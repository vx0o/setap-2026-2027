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3854BC-F12B-487F-B7EC-8A4F2C24D8E2}" v="129" dt="2026-10-02T10:41:22.0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 Chan" userId="0c0c3021-b841-4c77-82df-1a782c81ca49" providerId="ADAL" clId="{91520CF3-1959-4526-8346-E57F5EDDBC5D}"/>
    <pc:docChg chg="custSel modSld">
      <pc:chgData name="Jaco Chan" userId="0c0c3021-b841-4c77-82df-1a782c81ca49" providerId="ADAL" clId="{91520CF3-1959-4526-8346-E57F5EDDBC5D}" dt="2026-09-29T12:35:38.787" v="784" actId="20577"/>
      <pc:docMkLst>
        <pc:docMk/>
      </pc:docMkLst>
      <pc:sldChg chg="addSp delSp modSp mod">
        <pc:chgData name="Jaco Chan" userId="0c0c3021-b841-4c77-82df-1a782c81ca49" providerId="ADAL" clId="{91520CF3-1959-4526-8346-E57F5EDDBC5D}" dt="2026-09-29T11:43:29.975" v="156" actId="20577"/>
        <pc:sldMkLst>
          <pc:docMk/>
          <pc:sldMk cId="2038414487" sldId="259"/>
        </pc:sldMkLst>
        <pc:spChg chg="mod">
          <ac:chgData name="Jaco Chan" userId="0c0c3021-b841-4c77-82df-1a782c81ca49" providerId="ADAL" clId="{91520CF3-1959-4526-8346-E57F5EDDBC5D}" dt="2026-09-29T11:43:29.975" v="156" actId="20577"/>
          <ac:spMkLst>
            <pc:docMk/>
            <pc:sldMk cId="2038414487" sldId="259"/>
            <ac:spMk id="5" creationId="{252C42D4-8119-49BD-A0F3-363EB137362E}"/>
          </ac:spMkLst>
        </pc:spChg>
        <pc:spChg chg="add del mod">
          <ac:chgData name="Jaco Chan" userId="0c0c3021-b841-4c77-82df-1a782c81ca49" providerId="ADAL" clId="{91520CF3-1959-4526-8346-E57F5EDDBC5D}" dt="2026-09-29T11:38:03.707" v="2"/>
          <ac:spMkLst>
            <pc:docMk/>
            <pc:sldMk cId="2038414487" sldId="259"/>
            <ac:spMk id="11" creationId="{91237F01-3250-5A58-2AB9-5B2E92A7C91F}"/>
          </ac:spMkLst>
        </pc:spChg>
      </pc:sldChg>
      <pc:sldChg chg="modSp mod modNotesTx">
        <pc:chgData name="Jaco Chan" userId="0c0c3021-b841-4c77-82df-1a782c81ca49" providerId="ADAL" clId="{91520CF3-1959-4526-8346-E57F5EDDBC5D}" dt="2026-09-29T12:35:38.787" v="784" actId="20577"/>
        <pc:sldMkLst>
          <pc:docMk/>
          <pc:sldMk cId="716120774" sldId="260"/>
        </pc:sldMkLst>
        <pc:spChg chg="mod">
          <ac:chgData name="Jaco Chan" userId="0c0c3021-b841-4c77-82df-1a782c81ca49" providerId="ADAL" clId="{91520CF3-1959-4526-8346-E57F5EDDBC5D}" dt="2026-09-29T12:09:09.106" v="515" actId="20577"/>
          <ac:spMkLst>
            <pc:docMk/>
            <pc:sldMk cId="716120774" sldId="260"/>
            <ac:spMk id="5" creationId="{65BFE66D-0D60-4F90-84A6-7C0836EB04F6}"/>
          </ac:spMkLst>
        </pc:spChg>
        <pc:spChg chg="mod">
          <ac:chgData name="Jaco Chan" userId="0c0c3021-b841-4c77-82df-1a782c81ca49" providerId="ADAL" clId="{91520CF3-1959-4526-8346-E57F5EDDBC5D}" dt="2026-09-29T12:19:00.655" v="742" actId="20577"/>
          <ac:spMkLst>
            <pc:docMk/>
            <pc:sldMk cId="716120774" sldId="260"/>
            <ac:spMk id="7" creationId="{A4999E91-FD4F-4F2A-A3B4-933857C2CEEA}"/>
          </ac:spMkLst>
        </pc:spChg>
        <pc:spChg chg="mod">
          <ac:chgData name="Jaco Chan" userId="0c0c3021-b841-4c77-82df-1a782c81ca49" providerId="ADAL" clId="{91520CF3-1959-4526-8346-E57F5EDDBC5D}" dt="2026-09-29T12:07:29.572" v="371" actId="20577"/>
          <ac:spMkLst>
            <pc:docMk/>
            <pc:sldMk cId="716120774" sldId="260"/>
            <ac:spMk id="9" creationId="{A62D37DF-9805-477B-8823-68A1C12B6516}"/>
          </ac:spMkLst>
        </pc:spChg>
        <pc:spChg chg="mod">
          <ac:chgData name="Jaco Chan" userId="0c0c3021-b841-4c77-82df-1a782c81ca49" providerId="ADAL" clId="{91520CF3-1959-4526-8346-E57F5EDDBC5D}" dt="2026-09-29T12:07:08.687" v="356" actId="20577"/>
          <ac:spMkLst>
            <pc:docMk/>
            <pc:sldMk cId="716120774" sldId="260"/>
            <ac:spMk id="11" creationId="{6A4CA509-4C40-4B8C-8410-2A3850517742}"/>
          </ac:spMkLst>
        </pc:spChg>
      </pc:sldChg>
    </pc:docChg>
  </pc:docChgLst>
  <pc:docChgLst>
    <pc:chgData name="Niall Clark" userId="S::up2509831@myport.ac.uk::c7150590-c5b5-4bad-aa15-8a151e3b7100" providerId="AD" clId="Web-{00000000-0000-0000-0000-000000000000}"/>
    <pc:docChg chg="modSld">
      <pc:chgData name="Niall Clark" userId="S::up2509831@myport.ac.uk::c7150590-c5b5-4bad-aa15-8a151e3b7100" providerId="AD" clId="Web-{00000000-0000-0000-0000-000000000000}" dt="2026-09-29T12:00:45.300" v="270"/>
      <pc:docMkLst>
        <pc:docMk/>
      </pc:docMkLst>
      <pc:sldChg chg="modNotes">
        <pc:chgData name="Niall Clark" userId="S::up2509831@myport.ac.uk::c7150590-c5b5-4bad-aa15-8a151e3b7100" providerId="AD" clId="Web-{00000000-0000-0000-0000-000000000000}" dt="2026-09-29T12:00:45.300" v="270"/>
        <pc:sldMkLst>
          <pc:docMk/>
          <pc:sldMk cId="85840750" sldId="257"/>
        </pc:sldMkLst>
      </pc:sldChg>
      <pc:sldChg chg="modSp">
        <pc:chgData name="Niall Clark" userId="S::up2509831@myport.ac.uk::c7150590-c5b5-4bad-aa15-8a151e3b7100" providerId="AD" clId="Web-{00000000-0000-0000-0000-000000000000}" dt="2026-09-29T11:44:40.849" v="54" actId="20577"/>
        <pc:sldMkLst>
          <pc:docMk/>
          <pc:sldMk cId="2038414487" sldId="259"/>
        </pc:sldMkLst>
        <pc:spChg chg="mod">
          <ac:chgData name="Niall Clark" userId="S::up2509831@myport.ac.uk::c7150590-c5b5-4bad-aa15-8a151e3b7100" providerId="AD" clId="Web-{00000000-0000-0000-0000-000000000000}" dt="2026-09-29T11:44:40.849" v="54" actId="20577"/>
          <ac:spMkLst>
            <pc:docMk/>
            <pc:sldMk cId="2038414487" sldId="259"/>
            <ac:spMk id="5" creationId="{252C42D4-8119-49BD-A0F3-363EB137362E}"/>
          </ac:spMkLst>
        </pc:spChg>
      </pc:sldChg>
    </pc:docChg>
  </pc:docChgLst>
  <pc:docChgLst>
    <pc:chgData name="Veroniki Adamantopoulou" userId="S::up2507999@myport.ac.uk::99abcfe9-7425-4967-888c-1b3e9d4ced6f" providerId="AD" clId="Web-{91D60647-25D8-99C0-A7BC-F24A7F508BDA}"/>
    <pc:docChg chg="modSld">
      <pc:chgData name="Veroniki Adamantopoulou" userId="S::up2507999@myport.ac.uk::99abcfe9-7425-4967-888c-1b3e9d4ced6f" providerId="AD" clId="Web-{91D60647-25D8-99C0-A7BC-F24A7F508BDA}" dt="2026-09-29T12:07:49.351" v="336"/>
      <pc:docMkLst>
        <pc:docMk/>
      </pc:docMkLst>
      <pc:sldChg chg="modNotes">
        <pc:chgData name="Veroniki Adamantopoulou" userId="S::up2507999@myport.ac.uk::99abcfe9-7425-4967-888c-1b3e9d4ced6f" providerId="AD" clId="Web-{91D60647-25D8-99C0-A7BC-F24A7F508BDA}" dt="2026-09-29T12:07:49.351" v="336"/>
        <pc:sldMkLst>
          <pc:docMk/>
          <pc:sldMk cId="112627295" sldId="256"/>
        </pc:sldMkLst>
      </pc:sldChg>
      <pc:sldChg chg="modSp">
        <pc:chgData name="Veroniki Adamantopoulou" userId="S::up2507999@myport.ac.uk::99abcfe9-7425-4967-888c-1b3e9d4ced6f" providerId="AD" clId="Web-{91D60647-25D8-99C0-A7BC-F24A7F508BDA}" dt="2026-09-29T11:41:28.983" v="88" actId="20577"/>
        <pc:sldMkLst>
          <pc:docMk/>
          <pc:sldMk cId="2038414487" sldId="259"/>
        </pc:sldMkLst>
        <pc:spChg chg="mod">
          <ac:chgData name="Veroniki Adamantopoulou" userId="S::up2507999@myport.ac.uk::99abcfe9-7425-4967-888c-1b3e9d4ced6f" providerId="AD" clId="Web-{91D60647-25D8-99C0-A7BC-F24A7F508BDA}" dt="2026-09-29T11:41:28.983" v="88" actId="20577"/>
          <ac:spMkLst>
            <pc:docMk/>
            <pc:sldMk cId="2038414487" sldId="259"/>
            <ac:spMk id="5" creationId="{252C42D4-8119-49BD-A0F3-363EB137362E}"/>
          </ac:spMkLst>
        </pc:spChg>
      </pc:sldChg>
    </pc:docChg>
  </pc:docChgLst>
  <pc:docChgLst>
    <pc:chgData name="Muhamed Abdulla" userId="e540928c-3393-41fe-8a87-d4180d275a16" providerId="ADAL" clId="{77164713-65AD-5470-930B-5E83637A4151}"/>
    <pc:docChg chg="custSel modSld">
      <pc:chgData name="Muhamed Abdulla" userId="e540928c-3393-41fe-8a87-d4180d275a16" providerId="ADAL" clId="{77164713-65AD-5470-930B-5E83637A4151}" dt="2026-09-29T12:08:04.624" v="203" actId="20577"/>
      <pc:docMkLst>
        <pc:docMk/>
      </pc:docMkLst>
      <pc:sldChg chg="addSp delSp modSp mod">
        <pc:chgData name="Muhamed Abdulla" userId="e540928c-3393-41fe-8a87-d4180d275a16" providerId="ADAL" clId="{77164713-65AD-5470-930B-5E83637A4151}" dt="2026-09-29T11:46:29.342" v="152" actId="478"/>
        <pc:sldMkLst>
          <pc:docMk/>
          <pc:sldMk cId="2038414487" sldId="259"/>
        </pc:sldMkLst>
        <pc:spChg chg="mod">
          <ac:chgData name="Muhamed Abdulla" userId="e540928c-3393-41fe-8a87-d4180d275a16" providerId="ADAL" clId="{77164713-65AD-5470-930B-5E83637A4151}" dt="2026-09-29T11:44:35.423" v="150" actId="20577"/>
          <ac:spMkLst>
            <pc:docMk/>
            <pc:sldMk cId="2038414487" sldId="259"/>
            <ac:spMk id="5" creationId="{252C42D4-8119-49BD-A0F3-363EB137362E}"/>
          </ac:spMkLst>
        </pc:spChg>
        <pc:spChg chg="del">
          <ac:chgData name="Muhamed Abdulla" userId="e540928c-3393-41fe-8a87-d4180d275a16" providerId="ADAL" clId="{77164713-65AD-5470-930B-5E83637A4151}" dt="2026-09-29T11:42:24.633" v="58" actId="478"/>
          <ac:spMkLst>
            <pc:docMk/>
            <pc:sldMk cId="2038414487" sldId="259"/>
            <ac:spMk id="6" creationId="{F1891A92-CE0F-44CF-A03B-E35F9748EA82}"/>
          </ac:spMkLst>
        </pc:spChg>
        <pc:spChg chg="del">
          <ac:chgData name="Muhamed Abdulla" userId="e540928c-3393-41fe-8a87-d4180d275a16" providerId="ADAL" clId="{77164713-65AD-5470-930B-5E83637A4151}" dt="2026-09-29T11:42:27.178" v="59" actId="478"/>
          <ac:spMkLst>
            <pc:docMk/>
            <pc:sldMk cId="2038414487" sldId="259"/>
            <ac:spMk id="7" creationId="{1E301320-50FB-41AF-913F-3491626EAB74}"/>
          </ac:spMkLst>
        </pc:spChg>
        <pc:spChg chg="del">
          <ac:chgData name="Muhamed Abdulla" userId="e540928c-3393-41fe-8a87-d4180d275a16" providerId="ADAL" clId="{77164713-65AD-5470-930B-5E83637A4151}" dt="2026-09-29T11:46:29.342" v="152" actId="478"/>
          <ac:spMkLst>
            <pc:docMk/>
            <pc:sldMk cId="2038414487" sldId="259"/>
            <ac:spMk id="8" creationId="{12D1E03F-3A61-47DD-9CE7-84CBA2746F1C}"/>
          </ac:spMkLst>
        </pc:spChg>
        <pc:spChg chg="del">
          <ac:chgData name="Muhamed Abdulla" userId="e540928c-3393-41fe-8a87-d4180d275a16" providerId="ADAL" clId="{77164713-65AD-5470-930B-5E83637A4151}" dt="2026-09-29T11:46:26.734" v="151" actId="478"/>
          <ac:spMkLst>
            <pc:docMk/>
            <pc:sldMk cId="2038414487" sldId="259"/>
            <ac:spMk id="9" creationId="{3E580EE8-37AB-4654-B533-162E7D312CBD}"/>
          </ac:spMkLst>
        </pc:spChg>
        <pc:spChg chg="add mod">
          <ac:chgData name="Muhamed Abdulla" userId="e540928c-3393-41fe-8a87-d4180d275a16" providerId="ADAL" clId="{77164713-65AD-5470-930B-5E83637A4151}" dt="2026-09-29T11:39:47.429" v="4"/>
          <ac:spMkLst>
            <pc:docMk/>
            <pc:sldMk cId="2038414487" sldId="259"/>
            <ac:spMk id="11" creationId="{B14D7C57-4839-03E2-2AD2-5B03B521450C}"/>
          </ac:spMkLst>
        </pc:spChg>
      </pc:sldChg>
      <pc:sldChg chg="modNotesTx">
        <pc:chgData name="Muhamed Abdulla" userId="e540928c-3393-41fe-8a87-d4180d275a16" providerId="ADAL" clId="{77164713-65AD-5470-930B-5E83637A4151}" dt="2026-09-29T12:08:04.624" v="203" actId="20577"/>
        <pc:sldMkLst>
          <pc:docMk/>
          <pc:sldMk cId="716120774" sldId="260"/>
        </pc:sldMkLst>
      </pc:sldChg>
    </pc:docChg>
  </pc:docChgLst>
  <pc:docChgLst>
    <pc:chgData name="Niall Clark" userId="S::up2509831@myport.ac.uk::c7150590-c5b5-4bad-aa15-8a151e3b7100" providerId="AD" clId="Web-{F6901FA1-4B57-2F2B-C073-E3BE00D716B6}"/>
    <pc:docChg chg="modSld">
      <pc:chgData name="Niall Clark" userId="S::up2509831@myport.ac.uk::c7150590-c5b5-4bad-aa15-8a151e3b7100" providerId="AD" clId="Web-{F6901FA1-4B57-2F2B-C073-E3BE00D716B6}" dt="2026-09-29T11:40:18.207" v="11" actId="20577"/>
      <pc:docMkLst>
        <pc:docMk/>
      </pc:docMkLst>
      <pc:sldChg chg="modSp">
        <pc:chgData name="Niall Clark" userId="S::up2509831@myport.ac.uk::c7150590-c5b5-4bad-aa15-8a151e3b7100" providerId="AD" clId="Web-{F6901FA1-4B57-2F2B-C073-E3BE00D716B6}" dt="2026-09-29T11:40:18.207" v="11" actId="20577"/>
        <pc:sldMkLst>
          <pc:docMk/>
          <pc:sldMk cId="2038414487" sldId="259"/>
        </pc:sldMkLst>
        <pc:spChg chg="mod">
          <ac:chgData name="Niall Clark" userId="S::up2509831@myport.ac.uk::c7150590-c5b5-4bad-aa15-8a151e3b7100" providerId="AD" clId="Web-{F6901FA1-4B57-2F2B-C073-E3BE00D716B6}" dt="2026-09-29T11:40:18.207" v="11" actId="20577"/>
          <ac:spMkLst>
            <pc:docMk/>
            <pc:sldMk cId="2038414487" sldId="259"/>
            <ac:spMk id="5" creationId="{252C42D4-8119-49BD-A0F3-363EB137362E}"/>
          </ac:spMkLst>
        </pc:spChg>
        <pc:spChg chg="mod">
          <ac:chgData name="Niall Clark" userId="S::up2509831@myport.ac.uk::c7150590-c5b5-4bad-aa15-8a151e3b7100" providerId="AD" clId="Web-{F6901FA1-4B57-2F2B-C073-E3BE00D716B6}" dt="2026-09-29T11:40:00.941" v="8" actId="20577"/>
          <ac:spMkLst>
            <pc:docMk/>
            <pc:sldMk cId="2038414487" sldId="259"/>
            <ac:spMk id="11" creationId="{B14D7C57-4839-03E2-2AD2-5B03B521450C}"/>
          </ac:spMkLst>
        </pc:spChg>
      </pc:sldChg>
    </pc:docChg>
  </pc:docChgLst>
  <pc:docChgLst>
    <pc:chgData name="Apinaiya Sinnathamby" userId="S::up2554215@myport.ac.uk::a31ce940-5858-4ca2-914c-f8a0b60a8ac2" providerId="AD" clId="Web-{6EAC159B-0499-0B2C-8460-AA0C15019332}"/>
    <pc:docChg chg="modSld">
      <pc:chgData name="Apinaiya Sinnathamby" userId="S::up2554215@myport.ac.uk::a31ce940-5858-4ca2-914c-f8a0b60a8ac2" providerId="AD" clId="Web-{6EAC159B-0499-0B2C-8460-AA0C15019332}" dt="2026-10-02T10:34:52.445" v="420"/>
      <pc:docMkLst>
        <pc:docMk/>
      </pc:docMkLst>
      <pc:sldChg chg="modSp">
        <pc:chgData name="Apinaiya Sinnathamby" userId="S::up2554215@myport.ac.uk::a31ce940-5858-4ca2-914c-f8a0b60a8ac2" providerId="AD" clId="Web-{6EAC159B-0499-0B2C-8460-AA0C15019332}" dt="2026-09-29T11:56:48.919" v="68" actId="20577"/>
        <pc:sldMkLst>
          <pc:docMk/>
          <pc:sldMk cId="112627295" sldId="256"/>
        </pc:sldMkLst>
        <pc:spChg chg="mod">
          <ac:chgData name="Apinaiya Sinnathamby" userId="S::up2554215@myport.ac.uk::a31ce940-5858-4ca2-914c-f8a0b60a8ac2" providerId="AD" clId="Web-{6EAC159B-0499-0B2C-8460-AA0C15019332}" dt="2026-09-29T11:56:48.919" v="68" actId="20577"/>
          <ac:spMkLst>
            <pc:docMk/>
            <pc:sldMk cId="112627295" sldId="256"/>
            <ac:spMk id="5" creationId="{10A41A3E-545B-4DA4-8026-94A0326DE507}"/>
          </ac:spMkLst>
        </pc:spChg>
      </pc:sldChg>
      <pc:sldChg chg="modNotes">
        <pc:chgData name="Apinaiya Sinnathamby" userId="S::up2554215@myport.ac.uk::a31ce940-5858-4ca2-914c-f8a0b60a8ac2" providerId="AD" clId="Web-{6EAC159B-0499-0B2C-8460-AA0C15019332}" dt="2026-10-02T10:34:52.445" v="420"/>
        <pc:sldMkLst>
          <pc:docMk/>
          <pc:sldMk cId="809556839" sldId="258"/>
        </pc:sldMkLst>
      </pc:sldChg>
      <pc:sldChg chg="modSp">
        <pc:chgData name="Apinaiya Sinnathamby" userId="S::up2554215@myport.ac.uk::a31ce940-5858-4ca2-914c-f8a0b60a8ac2" providerId="AD" clId="Web-{6EAC159B-0499-0B2C-8460-AA0C15019332}" dt="2026-09-29T11:45:53.659" v="65" actId="20577"/>
        <pc:sldMkLst>
          <pc:docMk/>
          <pc:sldMk cId="2038414487" sldId="259"/>
        </pc:sldMkLst>
        <pc:spChg chg="mod">
          <ac:chgData name="Apinaiya Sinnathamby" userId="S::up2554215@myport.ac.uk::a31ce940-5858-4ca2-914c-f8a0b60a8ac2" providerId="AD" clId="Web-{6EAC159B-0499-0B2C-8460-AA0C15019332}" dt="2026-09-29T11:45:53.659" v="65" actId="20577"/>
          <ac:spMkLst>
            <pc:docMk/>
            <pc:sldMk cId="2038414487" sldId="259"/>
            <ac:spMk id="11" creationId="{B14D7C57-4839-03E2-2AD2-5B03B521450C}"/>
          </ac:spMkLst>
        </pc:spChg>
      </pc:sldChg>
    </pc:docChg>
  </pc:docChgLst>
  <pc:docChgLst>
    <pc:chgData name="Maria Borz" userId="S::up2511752@myport.ac.uk::36ed5e5b-1b15-4742-ac77-e732d6c3cf74" providerId="AD" clId="Web-{00000000-0000-0000-0000-000000000000}"/>
    <pc:docChg chg="modSld">
      <pc:chgData name="Maria Borz" userId="S::up2511752@myport.ac.uk::36ed5e5b-1b15-4742-ac77-e732d6c3cf74" providerId="AD" clId="Web-{00000000-0000-0000-0000-000000000000}" dt="2026-09-29T12:17:15.361" v="256"/>
      <pc:docMkLst>
        <pc:docMk/>
      </pc:docMkLst>
      <pc:sldChg chg="modNotes">
        <pc:chgData name="Maria Borz" userId="S::up2511752@myport.ac.uk::36ed5e5b-1b15-4742-ac77-e732d6c3cf74" providerId="AD" clId="Web-{00000000-0000-0000-0000-000000000000}" dt="2026-09-29T12:17:15.361" v="256"/>
        <pc:sldMkLst>
          <pc:docMk/>
          <pc:sldMk cId="112627295" sldId="256"/>
        </pc:sldMkLst>
      </pc:sldChg>
      <pc:sldChg chg="modSp modNotes">
        <pc:chgData name="Maria Borz" userId="S::up2511752@myport.ac.uk::36ed5e5b-1b15-4742-ac77-e732d6c3cf74" providerId="AD" clId="Web-{00000000-0000-0000-0000-000000000000}" dt="2026-09-29T11:57:49.720" v="51"/>
        <pc:sldMkLst>
          <pc:docMk/>
          <pc:sldMk cId="2038414487" sldId="259"/>
        </pc:sldMkLst>
        <pc:spChg chg="mod">
          <ac:chgData name="Maria Borz" userId="S::up2511752@myport.ac.uk::36ed5e5b-1b15-4742-ac77-e732d6c3cf74" providerId="AD" clId="Web-{00000000-0000-0000-0000-000000000000}" dt="2026-09-29T11:44:19.420" v="25" actId="20577"/>
          <ac:spMkLst>
            <pc:docMk/>
            <pc:sldMk cId="2038414487" sldId="259"/>
            <ac:spMk id="11" creationId="{B14D7C57-4839-03E2-2AD2-5B03B521450C}"/>
          </ac:spMkLst>
        </pc:spChg>
      </pc:sldChg>
    </pc:docChg>
  </pc:docChgLst>
  <pc:docChgLst>
    <pc:chgData name="Maria Borz" userId="S::up2511752@myport.ac.uk::36ed5e5b-1b15-4742-ac77-e732d6c3cf74" providerId="AD" clId="Web-{7C3854BC-F12B-487F-B7EC-8A4F2C24D8E2}"/>
    <pc:docChg chg="modSld">
      <pc:chgData name="Maria Borz" userId="S::up2511752@myport.ac.uk::36ed5e5b-1b15-4742-ac77-e732d6c3cf74" providerId="AD" clId="Web-{7C3854BC-F12B-487F-B7EC-8A4F2C24D8E2}" dt="2026-10-02T10:41:18.337" v="127" actId="20577"/>
      <pc:docMkLst>
        <pc:docMk/>
      </pc:docMkLst>
      <pc:sldChg chg="modSp">
        <pc:chgData name="Maria Borz" userId="S::up2511752@myport.ac.uk::36ed5e5b-1b15-4742-ac77-e732d6c3cf74" providerId="AD" clId="Web-{7C3854BC-F12B-487F-B7EC-8A4F2C24D8E2}" dt="2026-10-02T10:41:18.337" v="127" actId="20577"/>
        <pc:sldMkLst>
          <pc:docMk/>
          <pc:sldMk cId="112627295" sldId="256"/>
        </pc:sldMkLst>
        <pc:spChg chg="mod">
          <ac:chgData name="Maria Borz" userId="S::up2511752@myport.ac.uk::36ed5e5b-1b15-4742-ac77-e732d6c3cf74" providerId="AD" clId="Web-{7C3854BC-F12B-487F-B7EC-8A4F2C24D8E2}" dt="2026-10-02T10:41:18.337" v="127" actId="20577"/>
          <ac:spMkLst>
            <pc:docMk/>
            <pc:sldMk cId="112627295" sldId="256"/>
            <ac:spMk id="7" creationId="{88E10A66-4590-43E7-9AB1-0F689D5EE7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Maria- scope: communicate with other team members and agree on which tasks everyone is working on, make sure we provide evidence for all the work we do to back ourselves up in the contribution statement</a:t>
            </a:r>
          </a:p>
          <a:p>
            <a:r>
              <a:rPr lang="en-US"/>
              <a:t>Vero – problem  </a:t>
            </a:r>
            <a:r>
              <a:rPr lang="en-US" err="1"/>
              <a:t>problem</a:t>
            </a:r>
            <a:r>
              <a:rPr lang="en-US"/>
              <a:t> is  what counts as  contribution , its  </a:t>
            </a:r>
            <a:r>
              <a:rPr lang="en-US" err="1"/>
              <a:t>difficuly</a:t>
            </a:r>
            <a:r>
              <a:rPr lang="en-US"/>
              <a:t> to track when evidence just lives across chats and documents , and it’s a problem a lot of students face when it comes  to group </a:t>
            </a:r>
            <a:r>
              <a:rPr lang="en-US" err="1"/>
              <a:t>projetcs</a:t>
            </a:r>
            <a:r>
              <a:rPr lang="en-US"/>
              <a:t>, you get students who just free ride for grades, its unfair and its difficult for tutors to have evidence to unfair 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Existing tools: https://</a:t>
            </a:r>
            <a:r>
              <a:rPr lang="en-GB"/>
              <a:t>support.atlassian.com</a:t>
            </a:r>
            <a:r>
              <a:t>/</a:t>
            </a:r>
            <a:r>
              <a:rPr lang="en-GB"/>
              <a:t>trello</a:t>
            </a:r>
            <a:r>
              <a:t>/docs/commenting-on-cards/ ; https://</a:t>
            </a:r>
            <a:r>
              <a:rPr lang="en-GB"/>
              <a:t>support.atlassian.com</a:t>
            </a:r>
            <a:r>
              <a:t>/</a:t>
            </a:r>
            <a:r>
              <a:rPr lang="en-GB"/>
              <a:t>trello</a:t>
            </a:r>
            <a:r>
              <a:t>/docs/adding-attachments-to-cards/ ; https://</a:t>
            </a:r>
            <a:r>
              <a:rPr lang="en-GB"/>
              <a:t>docs.github.com</a:t>
            </a:r>
            <a:r>
              <a:t>/</a:t>
            </a:r>
            <a:r>
              <a:rPr lang="en-GB"/>
              <a:t>en</a:t>
            </a:r>
            <a:r>
              <a:t>/pull-requests/how-</a:t>
            </a:r>
            <a:r>
              <a:rPr lang="en-GB"/>
              <a:t>tos</a:t>
            </a:r>
            <a:r>
              <a:t>/review-pull-requests . Difference is our proposed design inference, not a claim that no similar product exists.</a:t>
            </a:r>
          </a:p>
          <a:p>
            <a:r>
              <a:rPr lang="en-US">
                <a:solidFill>
                  <a:srgbClr val="000000"/>
                </a:solidFill>
              </a:rPr>
              <a:t>Trello is online project management software.</a:t>
            </a:r>
          </a:p>
          <a:p>
            <a:r>
              <a:rPr lang="en-US" err="1">
                <a:solidFill>
                  <a:srgbClr val="000000"/>
                </a:solidFill>
              </a:rPr>
              <a:t>Github</a:t>
            </a:r>
            <a:r>
              <a:rPr lang="en-US">
                <a:solidFill>
                  <a:srgbClr val="000000"/>
                </a:solidFill>
              </a:rPr>
              <a:t> to see different members contributions easily </a:t>
            </a:r>
            <a:r>
              <a:rPr lang="en-US" err="1">
                <a:solidFill>
                  <a:srgbClr val="000000"/>
                </a:solidFill>
              </a:rPr>
              <a:t>accessably</a:t>
            </a:r>
            <a:r>
              <a:rPr lang="en-US">
                <a:solidFill>
                  <a:srgbClr val="000000"/>
                </a:solidFill>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implementation scope. Avoid assuming automatic scoring or adjudication: the team reviews and records outcomes. Technology choices remain subject to team agreement.</a:t>
            </a:r>
          </a:p>
          <a:p>
            <a:endParaRPr lang="en-GB">
              <a:solidFill>
                <a:srgbClr val="000000"/>
              </a:solidFill>
            </a:endParaRPr>
          </a:p>
          <a:p>
            <a:r>
              <a:rPr lang="en-GB" err="1">
                <a:solidFill>
                  <a:srgbClr val="000000"/>
                </a:solidFill>
              </a:rPr>
              <a:t>Apin</a:t>
            </a:r>
            <a:r>
              <a:rPr lang="en-GB">
                <a:solidFill>
                  <a:srgbClr val="000000"/>
                </a:solidFill>
              </a:rPr>
              <a:t> – memberships may include staff and others with authorized access however this will be discussed later.  Team dashboard has the other projects and will include an option to create or join a group.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Everyone speaks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Jaco – Communication , Meetings</a:t>
            </a:r>
          </a:p>
          <a:p>
            <a:r>
              <a:rPr lang="en-GB"/>
              <a:t>Muhamed- task tracking, conflict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926683-A9F7-4B55-A416-88C416F710D2}"/>
              </a:ext>
            </a:extLst>
          </p:cNvPr>
          <p:cNvSpPr>
            <a:spLocks noGrp="1"/>
          </p:cNvSpPr>
          <p:nvPr/>
        </p:nvSpPr>
        <p:spPr>
          <a:xfrm>
            <a:off x="619125" y="457200"/>
            <a:ext cx="10858500" cy="666750"/>
          </a:xfrm>
          <a:prstGeom prst="rect">
            <a:avLst/>
          </a:prstGeom>
          <a:noFill/>
          <a:ln w="0">
            <a:noFill/>
          </a:ln>
        </p:spPr>
        <p:txBody>
          <a:bodyPr>
            <a:noAutofit/>
          </a:bodyPr>
          <a:lstStyle/>
          <a:p>
            <a:pPr>
              <a:defRPr sz="2850" b="1">
                <a:solidFill>
                  <a:srgbClr val="162B3A"/>
                </a:solidFill>
                <a:latin typeface="DejaVu Sans"/>
                <a:ea typeface="DejaVu Sans"/>
                <a:cs typeface="DejaVu Sans"/>
              </a:defRPr>
            </a:pPr>
            <a:r>
              <a:rPr sz="2850" b="1">
                <a:solidFill>
                  <a:srgbClr val="162B3A"/>
                </a:solidFill>
                <a:latin typeface="DejaVu Sans"/>
                <a:ea typeface="DejaVu Sans"/>
                <a:cs typeface="DejaVu Sans"/>
              </a:rPr>
              <a:t>Group Work Contribution Manager</a:t>
            </a:r>
          </a:p>
        </p:txBody>
      </p:sp>
      <p:sp>
        <p:nvSpPr>
          <p:cNvPr id="2" name="Rectangle 1">
            <a:extLst>
              <a:ext uri="{FF2B5EF4-FFF2-40B4-BE49-F238E27FC236}">
                <a16:creationId xmlns:a16="http://schemas.microsoft.com/office/drawing/2014/main" id="{337C6699-EB7F-47BC-8AA7-4B59A24A0206}"/>
              </a:ext>
            </a:extLst>
          </p:cNvPr>
          <p:cNvSpPr>
            <a:spLocks noGrp="1"/>
          </p:cNvSpPr>
          <p:nvPr/>
        </p:nvSpPr>
        <p:spPr>
          <a:xfrm>
            <a:off x="638175" y="1181100"/>
            <a:ext cx="10668000" cy="457200"/>
          </a:xfrm>
          <a:prstGeom prst="rect">
            <a:avLst/>
          </a:prstGeom>
          <a:noFill/>
          <a:ln w="0">
            <a:noFill/>
          </a:ln>
        </p:spPr>
        <p:txBody>
          <a:bodyPr>
            <a:noAutofit/>
          </a:bodyPr>
          <a:lstStyle/>
          <a:p>
            <a:pPr>
              <a:defRPr sz="1500" b="0">
                <a:solidFill>
                  <a:srgbClr val="4C6472"/>
                </a:solidFill>
                <a:latin typeface="DejaVu Sans"/>
                <a:ea typeface="DejaVu Sans"/>
                <a:cs typeface="DejaVu Sans"/>
              </a:defRPr>
            </a:pPr>
            <a:r>
              <a:rPr sz="1500" b="0">
                <a:solidFill>
                  <a:srgbClr val="4C6472"/>
                </a:solidFill>
                <a:latin typeface="DejaVu Sans"/>
                <a:ea typeface="DejaVu Sans"/>
                <a:cs typeface="DejaVu Sans"/>
              </a:rPr>
              <a:t>A shared record of what each SETaP team member contributes</a:t>
            </a:r>
          </a:p>
        </p:txBody>
      </p:sp>
      <p:sp>
        <p:nvSpPr>
          <p:cNvPr id="3" name="Rectangle 2">
            <a:extLst>
              <a:ext uri="{FF2B5EF4-FFF2-40B4-BE49-F238E27FC236}">
                <a16:creationId xmlns:a16="http://schemas.microsoft.com/office/drawing/2014/main" id="{42C04C31-5781-45DC-9DFC-084E3BDCDDD7}"/>
              </a:ext>
            </a:extLst>
          </p:cNvPr>
          <p:cNvSpPr>
            <a:spLocks noGrp="1"/>
          </p:cNvSpPr>
          <p:nvPr/>
        </p:nvSpPr>
        <p:spPr>
          <a:xfrm>
            <a:off x="647700" y="6391275"/>
            <a:ext cx="10668000" cy="266700"/>
          </a:xfrm>
          <a:prstGeom prst="rect">
            <a:avLst/>
          </a:prstGeom>
          <a:noFill/>
          <a:ln w="0">
            <a:noFill/>
          </a:ln>
        </p:spPr>
        <p:txBody>
          <a:bodyPr>
            <a:noAutofit/>
          </a:bodyPr>
          <a:lstStyle/>
          <a:p>
            <a:pPr>
              <a:defRPr sz="1050" b="0">
                <a:solidFill>
                  <a:srgbClr val="4C6472"/>
                </a:solidFill>
                <a:latin typeface="DejaVu Sans"/>
                <a:ea typeface="DejaVu Sans"/>
                <a:cs typeface="DejaVu Sans"/>
              </a:defRPr>
            </a:pPr>
            <a:r>
              <a:rPr sz="1050" b="0">
                <a:solidFill>
                  <a:srgbClr val="4C6472"/>
                </a:solidFill>
                <a:latin typeface="DejaVu Sans"/>
                <a:ea typeface="DejaVu Sans"/>
                <a:cs typeface="DejaVu Sans"/>
              </a:rPr>
              <a:t>SETaP 26/27  •  Project 9                                      1 / 5</a:t>
            </a:r>
          </a:p>
        </p:txBody>
      </p:sp>
      <p:sp>
        <p:nvSpPr>
          <p:cNvPr id="4" name="Rectangle 3">
            <a:extLst>
              <a:ext uri="{FF2B5EF4-FFF2-40B4-BE49-F238E27FC236}">
                <a16:creationId xmlns:a16="http://schemas.microsoft.com/office/drawing/2014/main" id="{5F488F09-DC0F-447C-80F5-94BB3AFA5498}"/>
              </a:ext>
            </a:extLst>
          </p:cNvPr>
          <p:cNvSpPr>
            <a:spLocks noGrp="1"/>
          </p:cNvSpPr>
          <p:nvPr/>
        </p:nvSpPr>
        <p:spPr>
          <a:xfrm>
            <a:off x="647700" y="2047875"/>
            <a:ext cx="5095875"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The problem</a:t>
            </a:r>
          </a:p>
        </p:txBody>
      </p:sp>
      <p:sp>
        <p:nvSpPr>
          <p:cNvPr id="5" name="Rectangle 4">
            <a:extLst>
              <a:ext uri="{FF2B5EF4-FFF2-40B4-BE49-F238E27FC236}">
                <a16:creationId xmlns:a16="http://schemas.microsoft.com/office/drawing/2014/main" id="{10A41A3E-545B-4DA4-8026-94A0326DE507}"/>
              </a:ext>
            </a:extLst>
          </p:cNvPr>
          <p:cNvSpPr>
            <a:spLocks noGrp="1"/>
          </p:cNvSpPr>
          <p:nvPr/>
        </p:nvSpPr>
        <p:spPr>
          <a:xfrm>
            <a:off x="647700" y="2457450"/>
            <a:ext cx="5095875" cy="1876425"/>
          </a:xfrm>
          <a:prstGeom prst="rect">
            <a:avLst/>
          </a:prstGeom>
          <a:noFill/>
          <a:ln w="0">
            <a:noFill/>
          </a:ln>
        </p:spPr>
        <p:txBody>
          <a:bodyPr lIns="91440" tIns="45720" rIns="91440" bIns="45720">
            <a:noAutofit/>
          </a:bodyPr>
          <a:lstStyle/>
          <a:p>
            <a:pPr>
              <a:defRPr sz="1575" b="0">
                <a:solidFill>
                  <a:srgbClr val="162B3A"/>
                </a:solidFill>
                <a:latin typeface="DejaVu Sans"/>
                <a:ea typeface="DejaVu Sans"/>
                <a:cs typeface="DejaVu Sans"/>
              </a:defRPr>
            </a:pPr>
            <a:r>
              <a:rPr lang="en-US" sz="1550" b="0">
                <a:solidFill>
                  <a:srgbClr val="162B3A"/>
                </a:solidFill>
                <a:latin typeface="DejaVu Sans"/>
                <a:ea typeface="DejaVu Sans"/>
                <a:cs typeface="DejaVu Sans"/>
              </a:rPr>
              <a:t>Group work can be hard to assess when completed tasks, decisions and evidence live across chats, documents and code repositories.</a:t>
            </a:r>
          </a:p>
          <a:p>
            <a:pPr>
              <a:defRPr sz="1575" b="0">
                <a:solidFill>
                  <a:srgbClr val="162B3A"/>
                </a:solidFill>
                <a:latin typeface="DejaVu Sans"/>
                <a:ea typeface="DejaVu Sans"/>
                <a:cs typeface="DejaVu Sans"/>
              </a:defRPr>
            </a:pPr>
            <a:endParaRPr lang="en-US" sz="1550">
              <a:solidFill>
                <a:srgbClr val="162B3A"/>
              </a:solidFill>
              <a:latin typeface="DejaVu Sans"/>
              <a:ea typeface="DejaVu Sans"/>
              <a:cs typeface="DejaVu Sans"/>
            </a:endParaRPr>
          </a:p>
          <a:p>
            <a:pPr>
              <a:defRPr sz="1575" b="0">
                <a:solidFill>
                  <a:srgbClr val="162B3A"/>
                </a:solidFill>
                <a:latin typeface="DejaVu Sans"/>
                <a:ea typeface="DejaVu Sans"/>
                <a:cs typeface="DejaVu Sans"/>
              </a:defRPr>
            </a:pPr>
            <a:endParaRPr lang="en-US" sz="1550">
              <a:solidFill>
                <a:srgbClr val="162B3A"/>
              </a:solidFill>
              <a:latin typeface="DejaVu Sans"/>
              <a:ea typeface="DejaVu Sans"/>
              <a:cs typeface="DejaVu Sans"/>
            </a:endParaRPr>
          </a:p>
        </p:txBody>
      </p:sp>
      <p:sp>
        <p:nvSpPr>
          <p:cNvPr id="6" name="Rectangle 5">
            <a:extLst>
              <a:ext uri="{FF2B5EF4-FFF2-40B4-BE49-F238E27FC236}">
                <a16:creationId xmlns:a16="http://schemas.microsoft.com/office/drawing/2014/main" id="{9ADD0144-10F0-43FF-B593-B67A15A2D5E3}"/>
              </a:ext>
            </a:extLst>
          </p:cNvPr>
          <p:cNvSpPr>
            <a:spLocks noGrp="1"/>
          </p:cNvSpPr>
          <p:nvPr/>
        </p:nvSpPr>
        <p:spPr>
          <a:xfrm>
            <a:off x="6305550" y="2047875"/>
            <a:ext cx="5095875"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Our scope</a:t>
            </a:r>
          </a:p>
        </p:txBody>
      </p:sp>
      <p:sp>
        <p:nvSpPr>
          <p:cNvPr id="7" name="Rectangle 6">
            <a:extLst>
              <a:ext uri="{FF2B5EF4-FFF2-40B4-BE49-F238E27FC236}">
                <a16:creationId xmlns:a16="http://schemas.microsoft.com/office/drawing/2014/main" id="{88E10A66-4590-43E7-9AB1-0F689D5EE7C5}"/>
              </a:ext>
            </a:extLst>
          </p:cNvPr>
          <p:cNvSpPr>
            <a:spLocks noGrp="1"/>
          </p:cNvSpPr>
          <p:nvPr/>
        </p:nvSpPr>
        <p:spPr>
          <a:xfrm>
            <a:off x="6305550" y="2457450"/>
            <a:ext cx="5095875" cy="1876425"/>
          </a:xfrm>
          <a:prstGeom prst="rect">
            <a:avLst/>
          </a:prstGeom>
          <a:noFill/>
          <a:ln w="0">
            <a:noFill/>
          </a:ln>
        </p:spPr>
        <p:txBody>
          <a:bodyPr lIns="91440" tIns="45720" rIns="91440" bIns="45720" anchor="t">
            <a:noAutofit/>
          </a:bodyPr>
          <a:lstStyle/>
          <a:p>
            <a:pPr>
              <a:defRPr sz="1575" b="0">
                <a:solidFill>
                  <a:srgbClr val="162B3A"/>
                </a:solidFill>
                <a:latin typeface="DejaVu Sans"/>
                <a:ea typeface="DejaVu Sans"/>
                <a:cs typeface="DejaVu Sans"/>
              </a:defRPr>
            </a:pPr>
            <a:r>
              <a:rPr lang="en-US" sz="1550">
                <a:solidFill>
                  <a:srgbClr val="162B3A"/>
                </a:solidFill>
                <a:latin typeface="DejaVu Sans"/>
                <a:ea typeface="DejaVu Sans"/>
                <a:cs typeface="DejaVu Sans"/>
              </a:rPr>
              <a:t>Each member of the team should communicate with each other to establish what tasks everyone is doing. Record contribution</a:t>
            </a:r>
            <a:r>
              <a:rPr sz="1550" b="0">
                <a:solidFill>
                  <a:srgbClr val="162B3A"/>
                </a:solidFill>
                <a:latin typeface="DejaVu Sans"/>
                <a:ea typeface="DejaVu Sans"/>
                <a:cs typeface="DejaVu Sans"/>
              </a:rPr>
              <a:t> and </a:t>
            </a:r>
            <a:r>
              <a:rPr lang="en-US" sz="1550">
                <a:solidFill>
                  <a:srgbClr val="162B3A"/>
                </a:solidFill>
                <a:latin typeface="DejaVu Sans"/>
                <a:ea typeface="DejaVu Sans"/>
                <a:cs typeface="DejaVu Sans"/>
              </a:rPr>
              <a:t>add</a:t>
            </a:r>
            <a:r>
              <a:rPr sz="1550" b="0">
                <a:solidFill>
                  <a:srgbClr val="162B3A"/>
                </a:solidFill>
                <a:latin typeface="DejaVu Sans"/>
                <a:ea typeface="DejaVu Sans"/>
                <a:cs typeface="DejaVu Sans"/>
              </a:rPr>
              <a:t> evidence </a:t>
            </a:r>
            <a:r>
              <a:rPr lang="en-US" sz="1550">
                <a:solidFill>
                  <a:srgbClr val="162B3A"/>
                </a:solidFill>
                <a:latin typeface="DejaVu Sans"/>
                <a:ea typeface="DejaVu Sans"/>
                <a:cs typeface="DejaVu Sans"/>
              </a:rPr>
              <a:t>links</a:t>
            </a:r>
            <a:r>
              <a:rPr sz="1550" b="0">
                <a:solidFill>
                  <a:srgbClr val="162B3A"/>
                </a:solidFill>
                <a:latin typeface="DejaVu Sans"/>
                <a:ea typeface="DejaVu Sans"/>
                <a:cs typeface="DejaVu Sans"/>
              </a:rPr>
              <a:t>. Other members can view it and raise a reasoned dispute.</a:t>
            </a:r>
            <a:endParaRPr lang="en-US" sz="1550"/>
          </a:p>
        </p:txBody>
      </p:sp>
      <p:sp>
        <p:nvSpPr>
          <p:cNvPr id="8" name="Rectangle 7">
            <a:extLst>
              <a:ext uri="{FF2B5EF4-FFF2-40B4-BE49-F238E27FC236}">
                <a16:creationId xmlns:a16="http://schemas.microsoft.com/office/drawing/2014/main" id="{7C906814-B828-4DB9-9C48-789A2EF581CA}"/>
              </a:ext>
            </a:extLst>
          </p:cNvPr>
          <p:cNvSpPr>
            <a:spLocks noGrp="1"/>
          </p:cNvSpPr>
          <p:nvPr/>
        </p:nvSpPr>
        <p:spPr>
          <a:xfrm>
            <a:off x="647700" y="5086350"/>
            <a:ext cx="10572750" cy="714375"/>
          </a:xfrm>
          <a:prstGeom prst="rect">
            <a:avLst/>
          </a:prstGeom>
          <a:noFill/>
          <a:ln w="0">
            <a:noFill/>
          </a:ln>
        </p:spPr>
        <p:txBody>
          <a:bodyPr>
            <a:noAutofit/>
          </a:bodyPr>
          <a:lstStyle/>
          <a:p>
            <a:pPr>
              <a:defRPr sz="1950" b="1">
                <a:solidFill>
                  <a:srgbClr val="162B3A"/>
                </a:solidFill>
                <a:latin typeface="DejaVu Sans"/>
                <a:ea typeface="DejaVu Sans"/>
                <a:cs typeface="DejaVu Sans"/>
              </a:defRPr>
            </a:pPr>
            <a:r>
              <a:rPr sz="1950" b="1">
                <a:solidFill>
                  <a:srgbClr val="162B3A"/>
                </a:solidFill>
                <a:latin typeface="DejaVu Sans"/>
                <a:ea typeface="DejaVu Sans"/>
                <a:cs typeface="DejaVu Sans"/>
              </a:rPr>
              <a:t>Goal: make contributions visible and disagreements traceable throughout the project.</a:t>
            </a:r>
          </a:p>
        </p:txBody>
      </p:sp>
    </p:spTree>
    <p:extLst>
      <p:ext uri="{BB962C8B-B14F-4D97-AF65-F5344CB8AC3E}">
        <p14:creationId xmlns:p14="http://schemas.microsoft.com/office/powerpoint/2010/main" val="112627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BDF693-FEAF-4A88-B969-53430873F36F}"/>
              </a:ext>
            </a:extLst>
          </p:cNvPr>
          <p:cNvSpPr>
            <a:spLocks noGrp="1"/>
          </p:cNvSpPr>
          <p:nvPr/>
        </p:nvSpPr>
        <p:spPr>
          <a:xfrm>
            <a:off x="619125" y="457200"/>
            <a:ext cx="10858500" cy="666750"/>
          </a:xfrm>
          <a:prstGeom prst="rect">
            <a:avLst/>
          </a:prstGeom>
          <a:noFill/>
          <a:ln w="0">
            <a:noFill/>
          </a:ln>
        </p:spPr>
        <p:txBody>
          <a:bodyPr>
            <a:noAutofit/>
          </a:bodyPr>
          <a:lstStyle/>
          <a:p>
            <a:pPr>
              <a:defRPr sz="2850" b="1">
                <a:solidFill>
                  <a:srgbClr val="162B3A"/>
                </a:solidFill>
                <a:latin typeface="DejaVu Sans"/>
                <a:ea typeface="DejaVu Sans"/>
                <a:cs typeface="DejaVu Sans"/>
              </a:defRPr>
            </a:pPr>
            <a:r>
              <a:rPr sz="2850" b="1">
                <a:solidFill>
                  <a:srgbClr val="162B3A"/>
                </a:solidFill>
                <a:latin typeface="DejaVu Sans"/>
                <a:ea typeface="DejaVu Sans"/>
                <a:cs typeface="DejaVu Sans"/>
              </a:rPr>
              <a:t>Existing tools leave a gap for this project</a:t>
            </a:r>
          </a:p>
        </p:txBody>
      </p:sp>
      <p:sp>
        <p:nvSpPr>
          <p:cNvPr id="2" name="Rectangle 1">
            <a:extLst>
              <a:ext uri="{FF2B5EF4-FFF2-40B4-BE49-F238E27FC236}">
                <a16:creationId xmlns:a16="http://schemas.microsoft.com/office/drawing/2014/main" id="{18C5FD83-6E04-4448-AD6E-C1DD183D69AE}"/>
              </a:ext>
            </a:extLst>
          </p:cNvPr>
          <p:cNvSpPr>
            <a:spLocks noGrp="1"/>
          </p:cNvSpPr>
          <p:nvPr/>
        </p:nvSpPr>
        <p:spPr>
          <a:xfrm>
            <a:off x="638175" y="1181100"/>
            <a:ext cx="10668000" cy="457200"/>
          </a:xfrm>
          <a:prstGeom prst="rect">
            <a:avLst/>
          </a:prstGeom>
          <a:noFill/>
          <a:ln w="0">
            <a:noFill/>
          </a:ln>
        </p:spPr>
        <p:txBody>
          <a:bodyPr>
            <a:noAutofit/>
          </a:bodyPr>
          <a:lstStyle/>
          <a:p>
            <a:pPr>
              <a:defRPr sz="1500" b="0">
                <a:solidFill>
                  <a:srgbClr val="4C6472"/>
                </a:solidFill>
                <a:latin typeface="DejaVu Sans"/>
                <a:ea typeface="DejaVu Sans"/>
                <a:cs typeface="DejaVu Sans"/>
              </a:defRPr>
            </a:pPr>
            <a:r>
              <a:rPr sz="1500" b="0">
                <a:solidFill>
                  <a:srgbClr val="4C6472"/>
                </a:solidFill>
                <a:latin typeface="DejaVu Sans"/>
                <a:ea typeface="DejaVu Sans"/>
                <a:cs typeface="DejaVu Sans"/>
              </a:rPr>
              <a:t>The difference is a dedicated contribution and dispute record</a:t>
            </a:r>
          </a:p>
        </p:txBody>
      </p:sp>
      <p:sp>
        <p:nvSpPr>
          <p:cNvPr id="3" name="Rectangle 2">
            <a:extLst>
              <a:ext uri="{FF2B5EF4-FFF2-40B4-BE49-F238E27FC236}">
                <a16:creationId xmlns:a16="http://schemas.microsoft.com/office/drawing/2014/main" id="{AC7AE964-BC09-4AF8-A44E-6383B10F72DB}"/>
              </a:ext>
            </a:extLst>
          </p:cNvPr>
          <p:cNvSpPr>
            <a:spLocks noGrp="1"/>
          </p:cNvSpPr>
          <p:nvPr/>
        </p:nvSpPr>
        <p:spPr>
          <a:xfrm>
            <a:off x="647700" y="6391275"/>
            <a:ext cx="10668000" cy="266700"/>
          </a:xfrm>
          <a:prstGeom prst="rect">
            <a:avLst/>
          </a:prstGeom>
          <a:noFill/>
          <a:ln w="0">
            <a:noFill/>
          </a:ln>
        </p:spPr>
        <p:txBody>
          <a:bodyPr>
            <a:noAutofit/>
          </a:bodyPr>
          <a:lstStyle/>
          <a:p>
            <a:pPr>
              <a:defRPr sz="1050" b="0">
                <a:solidFill>
                  <a:srgbClr val="4C6472"/>
                </a:solidFill>
                <a:latin typeface="DejaVu Sans"/>
                <a:ea typeface="DejaVu Sans"/>
                <a:cs typeface="DejaVu Sans"/>
              </a:defRPr>
            </a:pPr>
            <a:r>
              <a:rPr sz="1050" b="0">
                <a:solidFill>
                  <a:srgbClr val="4C6472"/>
                </a:solidFill>
                <a:latin typeface="DejaVu Sans"/>
                <a:ea typeface="DejaVu Sans"/>
                <a:cs typeface="DejaVu Sans"/>
              </a:rPr>
              <a:t>SETaP 26/27  •  Project 9                                      2 / 5</a:t>
            </a:r>
          </a:p>
        </p:txBody>
      </p:sp>
      <p:sp>
        <p:nvSpPr>
          <p:cNvPr id="4" name="Rectangle 3">
            <a:extLst>
              <a:ext uri="{FF2B5EF4-FFF2-40B4-BE49-F238E27FC236}">
                <a16:creationId xmlns:a16="http://schemas.microsoft.com/office/drawing/2014/main" id="{4B8DADEF-E294-4FAA-939B-742B97DD19AD}"/>
              </a:ext>
            </a:extLst>
          </p:cNvPr>
          <p:cNvSpPr>
            <a:spLocks noGrp="1"/>
          </p:cNvSpPr>
          <p:nvPr/>
        </p:nvSpPr>
        <p:spPr>
          <a:xfrm>
            <a:off x="647700" y="2095500"/>
            <a:ext cx="5095875"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Trello</a:t>
            </a:r>
          </a:p>
        </p:txBody>
      </p:sp>
      <p:sp>
        <p:nvSpPr>
          <p:cNvPr id="5" name="Rectangle 4">
            <a:extLst>
              <a:ext uri="{FF2B5EF4-FFF2-40B4-BE49-F238E27FC236}">
                <a16:creationId xmlns:a16="http://schemas.microsoft.com/office/drawing/2014/main" id="{49E3009A-4FD7-49C3-B050-F323442D2D5F}"/>
              </a:ext>
            </a:extLst>
          </p:cNvPr>
          <p:cNvSpPr>
            <a:spLocks noGrp="1"/>
          </p:cNvSpPr>
          <p:nvPr/>
        </p:nvSpPr>
        <p:spPr>
          <a:xfrm>
            <a:off x="647700" y="2505075"/>
            <a:ext cx="5095875" cy="197167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Cards can hold attachments and comments. They help track tasks, but our proposed record focuses on a person’s claimed contribution and its review status.</a:t>
            </a:r>
          </a:p>
        </p:txBody>
      </p:sp>
      <p:sp>
        <p:nvSpPr>
          <p:cNvPr id="6" name="Rectangle 5">
            <a:extLst>
              <a:ext uri="{FF2B5EF4-FFF2-40B4-BE49-F238E27FC236}">
                <a16:creationId xmlns:a16="http://schemas.microsoft.com/office/drawing/2014/main" id="{60B05F1A-C46A-4C95-AD25-F412EE64F38C}"/>
              </a:ext>
            </a:extLst>
          </p:cNvPr>
          <p:cNvSpPr>
            <a:spLocks noGrp="1"/>
          </p:cNvSpPr>
          <p:nvPr/>
        </p:nvSpPr>
        <p:spPr>
          <a:xfrm>
            <a:off x="6305550" y="2095500"/>
            <a:ext cx="5095875"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GitHub</a:t>
            </a:r>
          </a:p>
        </p:txBody>
      </p:sp>
      <p:sp>
        <p:nvSpPr>
          <p:cNvPr id="7" name="Rectangle 6">
            <a:extLst>
              <a:ext uri="{FF2B5EF4-FFF2-40B4-BE49-F238E27FC236}">
                <a16:creationId xmlns:a16="http://schemas.microsoft.com/office/drawing/2014/main" id="{B29EF671-A46C-4CA8-A4FD-ED5B1E36C585}"/>
              </a:ext>
            </a:extLst>
          </p:cNvPr>
          <p:cNvSpPr>
            <a:spLocks noGrp="1"/>
          </p:cNvSpPr>
          <p:nvPr/>
        </p:nvSpPr>
        <p:spPr>
          <a:xfrm>
            <a:off x="6305550" y="2505075"/>
            <a:ext cx="5095875" cy="197167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Pull requests support code review and discussion. SETaP contributions can also include research, design, testing and meeting work outside code.</a:t>
            </a:r>
          </a:p>
        </p:txBody>
      </p:sp>
      <p:sp>
        <p:nvSpPr>
          <p:cNvPr id="8" name="Rectangle 7">
            <a:extLst>
              <a:ext uri="{FF2B5EF4-FFF2-40B4-BE49-F238E27FC236}">
                <a16:creationId xmlns:a16="http://schemas.microsoft.com/office/drawing/2014/main" id="{74150757-528F-4760-8881-1783AD2E2254}"/>
              </a:ext>
            </a:extLst>
          </p:cNvPr>
          <p:cNvSpPr>
            <a:spLocks noGrp="1"/>
          </p:cNvSpPr>
          <p:nvPr/>
        </p:nvSpPr>
        <p:spPr>
          <a:xfrm>
            <a:off x="647700" y="5095875"/>
            <a:ext cx="10572750" cy="857250"/>
          </a:xfrm>
          <a:prstGeom prst="rect">
            <a:avLst/>
          </a:prstGeom>
          <a:noFill/>
          <a:ln w="0">
            <a:noFill/>
          </a:ln>
        </p:spPr>
        <p:txBody>
          <a:bodyPr>
            <a:noAutofit/>
          </a:bodyPr>
          <a:lstStyle/>
          <a:p>
            <a:pPr>
              <a:defRPr sz="1800" b="1">
                <a:solidFill>
                  <a:srgbClr val="162B3A"/>
                </a:solidFill>
                <a:latin typeface="DejaVu Sans"/>
                <a:ea typeface="DejaVu Sans"/>
                <a:cs typeface="DejaVu Sans"/>
              </a:defRPr>
            </a:pPr>
            <a:r>
              <a:rPr sz="1800" b="1">
                <a:solidFill>
                  <a:srgbClr val="162B3A"/>
                </a:solidFill>
                <a:latin typeface="DejaVu Sans"/>
                <a:ea typeface="DejaVu Sans"/>
                <a:cs typeface="DejaVu Sans"/>
              </a:rPr>
              <a:t>Proposed novelty: a simple, team-wide history linking each claim to evidence, feedback and any dispute outcome.</a:t>
            </a:r>
          </a:p>
        </p:txBody>
      </p:sp>
    </p:spTree>
    <p:extLst>
      <p:ext uri="{BB962C8B-B14F-4D97-AF65-F5344CB8AC3E}">
        <p14:creationId xmlns:p14="http://schemas.microsoft.com/office/powerpoint/2010/main" val="85840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AAFDCF-743E-4A77-AA2E-DCA0A1997256}"/>
              </a:ext>
            </a:extLst>
          </p:cNvPr>
          <p:cNvSpPr>
            <a:spLocks noGrp="1"/>
          </p:cNvSpPr>
          <p:nvPr/>
        </p:nvSpPr>
        <p:spPr>
          <a:xfrm>
            <a:off x="619125" y="457200"/>
            <a:ext cx="10858500" cy="666750"/>
          </a:xfrm>
          <a:prstGeom prst="rect">
            <a:avLst/>
          </a:prstGeom>
          <a:noFill/>
          <a:ln w="0">
            <a:noFill/>
          </a:ln>
        </p:spPr>
        <p:txBody>
          <a:bodyPr>
            <a:noAutofit/>
          </a:bodyPr>
          <a:lstStyle/>
          <a:p>
            <a:pPr>
              <a:defRPr sz="2850" b="1">
                <a:solidFill>
                  <a:srgbClr val="162B3A"/>
                </a:solidFill>
                <a:latin typeface="DejaVu Sans"/>
                <a:ea typeface="DejaVu Sans"/>
                <a:cs typeface="DejaVu Sans"/>
              </a:defRPr>
            </a:pPr>
            <a:r>
              <a:rPr sz="2850" b="1">
                <a:solidFill>
                  <a:srgbClr val="162B3A"/>
                </a:solidFill>
                <a:latin typeface="DejaVu Sans"/>
                <a:ea typeface="DejaVu Sans"/>
                <a:cs typeface="DejaVu Sans"/>
              </a:rPr>
              <a:t>A focused web application</a:t>
            </a:r>
          </a:p>
        </p:txBody>
      </p:sp>
      <p:sp>
        <p:nvSpPr>
          <p:cNvPr id="2" name="Rectangle 1">
            <a:extLst>
              <a:ext uri="{FF2B5EF4-FFF2-40B4-BE49-F238E27FC236}">
                <a16:creationId xmlns:a16="http://schemas.microsoft.com/office/drawing/2014/main" id="{A5E40BB2-DB70-4BFC-9D74-A8D067468DE2}"/>
              </a:ext>
            </a:extLst>
          </p:cNvPr>
          <p:cNvSpPr>
            <a:spLocks noGrp="1"/>
          </p:cNvSpPr>
          <p:nvPr/>
        </p:nvSpPr>
        <p:spPr>
          <a:xfrm>
            <a:off x="638175" y="1181100"/>
            <a:ext cx="10668000" cy="457200"/>
          </a:xfrm>
          <a:prstGeom prst="rect">
            <a:avLst/>
          </a:prstGeom>
          <a:noFill/>
          <a:ln w="0">
            <a:noFill/>
          </a:ln>
        </p:spPr>
        <p:txBody>
          <a:bodyPr>
            <a:noAutofit/>
          </a:bodyPr>
          <a:lstStyle/>
          <a:p>
            <a:pPr>
              <a:defRPr sz="1500" b="0">
                <a:solidFill>
                  <a:srgbClr val="4C6472"/>
                </a:solidFill>
                <a:latin typeface="DejaVu Sans"/>
                <a:ea typeface="DejaVu Sans"/>
                <a:cs typeface="DejaVu Sans"/>
              </a:defRPr>
            </a:pPr>
            <a:r>
              <a:rPr sz="1500" b="0">
                <a:solidFill>
                  <a:srgbClr val="4C6472"/>
                </a:solidFill>
                <a:latin typeface="DejaVu Sans"/>
                <a:ea typeface="DejaVu Sans"/>
                <a:cs typeface="DejaVu Sans"/>
              </a:rPr>
              <a:t>An achievable first version with meaningful UI, logic and storage</a:t>
            </a:r>
          </a:p>
        </p:txBody>
      </p:sp>
      <p:sp>
        <p:nvSpPr>
          <p:cNvPr id="3" name="Rectangle 2">
            <a:extLst>
              <a:ext uri="{FF2B5EF4-FFF2-40B4-BE49-F238E27FC236}">
                <a16:creationId xmlns:a16="http://schemas.microsoft.com/office/drawing/2014/main" id="{26C3ED67-ECAA-4776-96DB-F469B49ADC95}"/>
              </a:ext>
            </a:extLst>
          </p:cNvPr>
          <p:cNvSpPr>
            <a:spLocks noGrp="1"/>
          </p:cNvSpPr>
          <p:nvPr/>
        </p:nvSpPr>
        <p:spPr>
          <a:xfrm>
            <a:off x="647700" y="6391275"/>
            <a:ext cx="10668000" cy="266700"/>
          </a:xfrm>
          <a:prstGeom prst="rect">
            <a:avLst/>
          </a:prstGeom>
          <a:noFill/>
          <a:ln w="0">
            <a:noFill/>
          </a:ln>
        </p:spPr>
        <p:txBody>
          <a:bodyPr>
            <a:noAutofit/>
          </a:bodyPr>
          <a:lstStyle/>
          <a:p>
            <a:pPr>
              <a:defRPr sz="1050" b="0">
                <a:solidFill>
                  <a:srgbClr val="4C6472"/>
                </a:solidFill>
                <a:latin typeface="DejaVu Sans"/>
                <a:ea typeface="DejaVu Sans"/>
                <a:cs typeface="DejaVu Sans"/>
              </a:defRPr>
            </a:pPr>
            <a:r>
              <a:rPr sz="1050" b="0">
                <a:solidFill>
                  <a:srgbClr val="4C6472"/>
                </a:solidFill>
                <a:latin typeface="DejaVu Sans"/>
                <a:ea typeface="DejaVu Sans"/>
                <a:cs typeface="DejaVu Sans"/>
              </a:rPr>
              <a:t>SETaP 26/27  •  Project 9                                      3 / 5</a:t>
            </a:r>
          </a:p>
        </p:txBody>
      </p:sp>
      <p:sp>
        <p:nvSpPr>
          <p:cNvPr id="4" name="Rectangle 3">
            <a:extLst>
              <a:ext uri="{FF2B5EF4-FFF2-40B4-BE49-F238E27FC236}">
                <a16:creationId xmlns:a16="http://schemas.microsoft.com/office/drawing/2014/main" id="{8D5414B2-D4FA-46FF-B1FD-B148FB89D1C5}"/>
              </a:ext>
            </a:extLst>
          </p:cNvPr>
          <p:cNvSpPr>
            <a:spLocks noGrp="1"/>
          </p:cNvSpPr>
          <p:nvPr/>
        </p:nvSpPr>
        <p:spPr>
          <a:xfrm>
            <a:off x="647700" y="2047875"/>
            <a:ext cx="3238500"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User interface</a:t>
            </a:r>
          </a:p>
        </p:txBody>
      </p:sp>
      <p:sp>
        <p:nvSpPr>
          <p:cNvPr id="5" name="Rectangle 4">
            <a:extLst>
              <a:ext uri="{FF2B5EF4-FFF2-40B4-BE49-F238E27FC236}">
                <a16:creationId xmlns:a16="http://schemas.microsoft.com/office/drawing/2014/main" id="{0EA43733-4FD4-4BDA-9806-BF09B188C86C}"/>
              </a:ext>
            </a:extLst>
          </p:cNvPr>
          <p:cNvSpPr>
            <a:spLocks noGrp="1"/>
          </p:cNvSpPr>
          <p:nvPr/>
        </p:nvSpPr>
        <p:spPr>
          <a:xfrm>
            <a:off x="647700" y="2457450"/>
            <a:ext cx="3238500" cy="263842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Sign in, team dashboard, contribution form, evidence links, contribution timeline and dispute view.</a:t>
            </a:r>
          </a:p>
        </p:txBody>
      </p:sp>
      <p:sp>
        <p:nvSpPr>
          <p:cNvPr id="6" name="Rectangle 5">
            <a:extLst>
              <a:ext uri="{FF2B5EF4-FFF2-40B4-BE49-F238E27FC236}">
                <a16:creationId xmlns:a16="http://schemas.microsoft.com/office/drawing/2014/main" id="{ADD67239-A463-401D-AC2B-5F56C07999ED}"/>
              </a:ext>
            </a:extLst>
          </p:cNvPr>
          <p:cNvSpPr>
            <a:spLocks noGrp="1"/>
          </p:cNvSpPr>
          <p:nvPr/>
        </p:nvSpPr>
        <p:spPr>
          <a:xfrm>
            <a:off x="4476750" y="2047875"/>
            <a:ext cx="3238500"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Application logic</a:t>
            </a:r>
          </a:p>
        </p:txBody>
      </p:sp>
      <p:sp>
        <p:nvSpPr>
          <p:cNvPr id="7" name="Rectangle 6">
            <a:extLst>
              <a:ext uri="{FF2B5EF4-FFF2-40B4-BE49-F238E27FC236}">
                <a16:creationId xmlns:a16="http://schemas.microsoft.com/office/drawing/2014/main" id="{E6CD54FE-0530-4271-9686-BFC1756E2259}"/>
              </a:ext>
            </a:extLst>
          </p:cNvPr>
          <p:cNvSpPr>
            <a:spLocks noGrp="1"/>
          </p:cNvSpPr>
          <p:nvPr/>
        </p:nvSpPr>
        <p:spPr>
          <a:xfrm>
            <a:off x="4476750" y="2457450"/>
            <a:ext cx="3238500" cy="263842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Team membership and permissions; submit and edit claims; open a dispute with a reason; record a response and resolution; retain an activity log.</a:t>
            </a:r>
          </a:p>
        </p:txBody>
      </p:sp>
      <p:sp>
        <p:nvSpPr>
          <p:cNvPr id="8" name="Rectangle 7">
            <a:extLst>
              <a:ext uri="{FF2B5EF4-FFF2-40B4-BE49-F238E27FC236}">
                <a16:creationId xmlns:a16="http://schemas.microsoft.com/office/drawing/2014/main" id="{CFAD0E80-9BFF-4204-8CC9-89E8B24438AB}"/>
              </a:ext>
            </a:extLst>
          </p:cNvPr>
          <p:cNvSpPr>
            <a:spLocks noGrp="1"/>
          </p:cNvSpPr>
          <p:nvPr/>
        </p:nvSpPr>
        <p:spPr>
          <a:xfrm>
            <a:off x="8305800" y="2047875"/>
            <a:ext cx="3238500"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Data storage</a:t>
            </a:r>
          </a:p>
        </p:txBody>
      </p:sp>
      <p:sp>
        <p:nvSpPr>
          <p:cNvPr id="9" name="Rectangle 8">
            <a:extLst>
              <a:ext uri="{FF2B5EF4-FFF2-40B4-BE49-F238E27FC236}">
                <a16:creationId xmlns:a16="http://schemas.microsoft.com/office/drawing/2014/main" id="{984370CB-791F-43D1-A314-6AA8F762125D}"/>
              </a:ext>
            </a:extLst>
          </p:cNvPr>
          <p:cNvSpPr>
            <a:spLocks noGrp="1"/>
          </p:cNvSpPr>
          <p:nvPr/>
        </p:nvSpPr>
        <p:spPr>
          <a:xfrm>
            <a:off x="8305800" y="2457450"/>
            <a:ext cx="3238500" cy="263842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Users, teams, memberships, contributions, evidence URLs, disputes, comments and timestamps in a relational database.</a:t>
            </a:r>
          </a:p>
        </p:txBody>
      </p:sp>
      <p:sp>
        <p:nvSpPr>
          <p:cNvPr id="10" name="Rectangle 9">
            <a:extLst>
              <a:ext uri="{FF2B5EF4-FFF2-40B4-BE49-F238E27FC236}">
                <a16:creationId xmlns:a16="http://schemas.microsoft.com/office/drawing/2014/main" id="{9584DEB3-61A2-4B0F-B9D6-B8FDAD28CC5C}"/>
              </a:ext>
            </a:extLst>
          </p:cNvPr>
          <p:cNvSpPr>
            <a:spLocks noGrp="1"/>
          </p:cNvSpPr>
          <p:nvPr/>
        </p:nvSpPr>
        <p:spPr>
          <a:xfrm>
            <a:off x="647700" y="5572125"/>
            <a:ext cx="10572750" cy="495300"/>
          </a:xfrm>
          <a:prstGeom prst="rect">
            <a:avLst/>
          </a:prstGeom>
          <a:noFill/>
          <a:ln w="0">
            <a:noFill/>
          </a:ln>
        </p:spPr>
        <p:txBody>
          <a:bodyPr>
            <a:noAutofit/>
          </a:bodyPr>
          <a:lstStyle/>
          <a:p>
            <a:pPr>
              <a:defRPr sz="1725" b="1">
                <a:solidFill>
                  <a:srgbClr val="162B3A"/>
                </a:solidFill>
                <a:latin typeface="DejaVu Sans"/>
                <a:ea typeface="DejaVu Sans"/>
                <a:cs typeface="DejaVu Sans"/>
              </a:defRPr>
            </a:pPr>
            <a:r>
              <a:rPr sz="1725" b="1">
                <a:solidFill>
                  <a:srgbClr val="162B3A"/>
                </a:solidFill>
                <a:latin typeface="DejaVu Sans"/>
                <a:ea typeface="DejaVu Sans"/>
                <a:cs typeface="DejaVu Sans"/>
              </a:rPr>
              <a:t>First milestone: create a team, add a contribution, dispute it and see its status.</a:t>
            </a:r>
          </a:p>
        </p:txBody>
      </p:sp>
    </p:spTree>
    <p:extLst>
      <p:ext uri="{BB962C8B-B14F-4D97-AF65-F5344CB8AC3E}">
        <p14:creationId xmlns:p14="http://schemas.microsoft.com/office/powerpoint/2010/main" val="809556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AFF863D-B3C2-4B9C-8D4C-F0D0DBD717FF}"/>
              </a:ext>
            </a:extLst>
          </p:cNvPr>
          <p:cNvSpPr>
            <a:spLocks noGrp="1"/>
          </p:cNvSpPr>
          <p:nvPr/>
        </p:nvSpPr>
        <p:spPr>
          <a:xfrm>
            <a:off x="619125" y="457200"/>
            <a:ext cx="10858500" cy="666750"/>
          </a:xfrm>
          <a:prstGeom prst="rect">
            <a:avLst/>
          </a:prstGeom>
          <a:noFill/>
          <a:ln w="0">
            <a:noFill/>
          </a:ln>
        </p:spPr>
        <p:txBody>
          <a:bodyPr>
            <a:noAutofit/>
          </a:bodyPr>
          <a:lstStyle/>
          <a:p>
            <a:pPr>
              <a:defRPr sz="2850" b="1">
                <a:solidFill>
                  <a:srgbClr val="162B3A"/>
                </a:solidFill>
                <a:latin typeface="DejaVu Sans"/>
                <a:ea typeface="DejaVu Sans"/>
                <a:cs typeface="DejaVu Sans"/>
              </a:defRPr>
            </a:pPr>
            <a:r>
              <a:rPr sz="2850" b="1">
                <a:solidFill>
                  <a:srgbClr val="162B3A"/>
                </a:solidFill>
                <a:latin typeface="DejaVu Sans"/>
                <a:ea typeface="DejaVu Sans"/>
                <a:cs typeface="DejaVu Sans"/>
              </a:rPr>
              <a:t>Our team</a:t>
            </a:r>
          </a:p>
        </p:txBody>
      </p:sp>
      <p:sp>
        <p:nvSpPr>
          <p:cNvPr id="2" name="Rectangle 1">
            <a:extLst>
              <a:ext uri="{FF2B5EF4-FFF2-40B4-BE49-F238E27FC236}">
                <a16:creationId xmlns:a16="http://schemas.microsoft.com/office/drawing/2014/main" id="{978498C1-97D7-4196-889F-C9785B132AFA}"/>
              </a:ext>
            </a:extLst>
          </p:cNvPr>
          <p:cNvSpPr>
            <a:spLocks noGrp="1"/>
          </p:cNvSpPr>
          <p:nvPr/>
        </p:nvSpPr>
        <p:spPr>
          <a:xfrm>
            <a:off x="638175" y="1181100"/>
            <a:ext cx="10668000" cy="457200"/>
          </a:xfrm>
          <a:prstGeom prst="rect">
            <a:avLst/>
          </a:prstGeom>
          <a:noFill/>
          <a:ln w="0">
            <a:noFill/>
          </a:ln>
        </p:spPr>
        <p:txBody>
          <a:bodyPr>
            <a:noAutofit/>
          </a:bodyPr>
          <a:lstStyle/>
          <a:p>
            <a:pPr>
              <a:defRPr sz="1500" b="0">
                <a:solidFill>
                  <a:srgbClr val="4C6472"/>
                </a:solidFill>
                <a:latin typeface="DejaVu Sans"/>
                <a:ea typeface="DejaVu Sans"/>
                <a:cs typeface="DejaVu Sans"/>
              </a:defRPr>
            </a:pPr>
            <a:r>
              <a:rPr sz="1500" b="0">
                <a:solidFill>
                  <a:srgbClr val="4C6472"/>
                </a:solidFill>
                <a:latin typeface="DejaVu Sans"/>
                <a:ea typeface="DejaVu Sans"/>
                <a:cs typeface="DejaVu Sans"/>
              </a:rPr>
              <a:t>Complete the personal details together before presenting</a:t>
            </a:r>
          </a:p>
        </p:txBody>
      </p:sp>
      <p:sp>
        <p:nvSpPr>
          <p:cNvPr id="3" name="Rectangle 2">
            <a:extLst>
              <a:ext uri="{FF2B5EF4-FFF2-40B4-BE49-F238E27FC236}">
                <a16:creationId xmlns:a16="http://schemas.microsoft.com/office/drawing/2014/main" id="{EB03C07A-D41A-4EFF-900B-3795D8CB9CDD}"/>
              </a:ext>
            </a:extLst>
          </p:cNvPr>
          <p:cNvSpPr>
            <a:spLocks noGrp="1"/>
          </p:cNvSpPr>
          <p:nvPr/>
        </p:nvSpPr>
        <p:spPr>
          <a:xfrm>
            <a:off x="647700" y="6391275"/>
            <a:ext cx="10668000" cy="266700"/>
          </a:xfrm>
          <a:prstGeom prst="rect">
            <a:avLst/>
          </a:prstGeom>
          <a:noFill/>
          <a:ln w="0">
            <a:noFill/>
          </a:ln>
        </p:spPr>
        <p:txBody>
          <a:bodyPr>
            <a:noAutofit/>
          </a:bodyPr>
          <a:lstStyle/>
          <a:p>
            <a:pPr>
              <a:defRPr sz="1050" b="0">
                <a:solidFill>
                  <a:srgbClr val="4C6472"/>
                </a:solidFill>
                <a:latin typeface="DejaVu Sans"/>
                <a:ea typeface="DejaVu Sans"/>
                <a:cs typeface="DejaVu Sans"/>
              </a:defRPr>
            </a:pPr>
            <a:r>
              <a:rPr sz="1050" b="0">
                <a:solidFill>
                  <a:srgbClr val="4C6472"/>
                </a:solidFill>
                <a:latin typeface="DejaVu Sans"/>
                <a:ea typeface="DejaVu Sans"/>
                <a:cs typeface="DejaVu Sans"/>
              </a:rPr>
              <a:t>SETaP 26/27  •  Project 9                                      4 / 5</a:t>
            </a:r>
          </a:p>
        </p:txBody>
      </p:sp>
      <p:sp>
        <p:nvSpPr>
          <p:cNvPr id="4" name="Rectangle 3">
            <a:extLst>
              <a:ext uri="{FF2B5EF4-FFF2-40B4-BE49-F238E27FC236}">
                <a16:creationId xmlns:a16="http://schemas.microsoft.com/office/drawing/2014/main" id="{DB3C4E55-BD35-4D18-85D6-36AD351DA9FC}"/>
              </a:ext>
            </a:extLst>
          </p:cNvPr>
          <p:cNvSpPr>
            <a:spLocks noGrp="1"/>
          </p:cNvSpPr>
          <p:nvPr/>
        </p:nvSpPr>
        <p:spPr>
          <a:xfrm>
            <a:off x="647700" y="1905000"/>
            <a:ext cx="10763250"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Team members</a:t>
            </a:r>
          </a:p>
        </p:txBody>
      </p:sp>
      <p:sp>
        <p:nvSpPr>
          <p:cNvPr id="5" name="Rectangle 4">
            <a:extLst>
              <a:ext uri="{FF2B5EF4-FFF2-40B4-BE49-F238E27FC236}">
                <a16:creationId xmlns:a16="http://schemas.microsoft.com/office/drawing/2014/main" id="{252C42D4-8119-49BD-A0F3-363EB137362E}"/>
              </a:ext>
            </a:extLst>
          </p:cNvPr>
          <p:cNvSpPr>
            <a:spLocks noGrp="1"/>
          </p:cNvSpPr>
          <p:nvPr/>
        </p:nvSpPr>
        <p:spPr>
          <a:xfrm>
            <a:off x="665988" y="2314575"/>
            <a:ext cx="10763250" cy="2066925"/>
          </a:xfrm>
          <a:prstGeom prst="rect">
            <a:avLst/>
          </a:prstGeom>
          <a:noFill/>
          <a:ln w="0">
            <a:noFill/>
          </a:ln>
        </p:spPr>
        <p:txBody>
          <a:bodyPr lIns="91440" tIns="45720" rIns="91440" bIns="45720">
            <a:noAutofit/>
          </a:bodyPr>
          <a:lstStyle/>
          <a:p>
            <a:pPr>
              <a:defRPr sz="1575" b="0">
                <a:solidFill>
                  <a:srgbClr val="162B3A"/>
                </a:solidFill>
                <a:latin typeface="DejaVu Sans"/>
                <a:ea typeface="DejaVu Sans"/>
                <a:cs typeface="DejaVu Sans"/>
              </a:defRPr>
            </a:pPr>
            <a:r>
              <a:rPr lang="en-GB" sz="1550" b="0">
                <a:solidFill>
                  <a:srgbClr val="162B3A"/>
                </a:solidFill>
                <a:latin typeface="DejaVu Sans"/>
                <a:ea typeface="DejaVu Sans"/>
                <a:cs typeface="DejaVu Sans"/>
              </a:rPr>
              <a:t>Member 1: </a:t>
            </a:r>
            <a:r>
              <a:rPr lang="en-GB" sz="1550">
                <a:solidFill>
                  <a:srgbClr val="162B3A"/>
                </a:solidFill>
                <a:latin typeface="DejaVu Sans"/>
                <a:ea typeface="DejaVu Sans"/>
                <a:cs typeface="DejaVu Sans"/>
              </a:rPr>
              <a:t>Veroniki </a:t>
            </a:r>
            <a:r>
              <a:rPr lang="en-GB" sz="1550" b="0">
                <a:solidFill>
                  <a:srgbClr val="162B3A"/>
                </a:solidFill>
                <a:latin typeface="DejaVu Sans"/>
                <a:ea typeface="DejaVu Sans"/>
                <a:cs typeface="DejaVu Sans"/>
              </a:rPr>
              <a:t>  Strength: </a:t>
            </a:r>
            <a:r>
              <a:rPr lang="en-GB" sz="1550">
                <a:solidFill>
                  <a:srgbClr val="162B3A"/>
                </a:solidFill>
                <a:latin typeface="DejaVu Sans"/>
                <a:ea typeface="DejaVu Sans"/>
                <a:cs typeface="DejaVu Sans"/>
              </a:rPr>
              <a:t>Databases / Data Analysis  To</a:t>
            </a:r>
            <a:r>
              <a:rPr lang="en-GB" sz="1550" b="0">
                <a:solidFill>
                  <a:srgbClr val="162B3A"/>
                </a:solidFill>
                <a:latin typeface="DejaVu Sans"/>
                <a:ea typeface="DejaVu Sans"/>
                <a:cs typeface="DejaVu Sans"/>
              </a:rPr>
              <a:t> improve: </a:t>
            </a:r>
            <a:r>
              <a:rPr lang="en-GB" sz="1550">
                <a:solidFill>
                  <a:srgbClr val="162B3A"/>
                </a:solidFill>
                <a:latin typeface="DejaVu Sans"/>
                <a:ea typeface="DejaVu Sans"/>
                <a:cs typeface="DejaVu Sans"/>
              </a:rPr>
              <a:t>Web Programming</a:t>
            </a:r>
            <a:endParaRPr lang="en-GB" sz="1550" b="0">
              <a:solidFill>
                <a:srgbClr val="162B3A"/>
              </a:solidFill>
              <a:latin typeface="DejaVu Sans"/>
              <a:ea typeface="DejaVu Sans"/>
              <a:cs typeface="DejaVu Sans"/>
            </a:endParaRPr>
          </a:p>
          <a:p>
            <a:pPr>
              <a:defRPr sz="1575" b="0">
                <a:solidFill>
                  <a:srgbClr val="162B3A"/>
                </a:solidFill>
                <a:latin typeface="DejaVu Sans"/>
                <a:ea typeface="DejaVu Sans"/>
                <a:cs typeface="DejaVu Sans"/>
              </a:defRPr>
            </a:pPr>
            <a:r>
              <a:rPr lang="en-GB" sz="1550" b="0">
                <a:solidFill>
                  <a:srgbClr val="162B3A"/>
                </a:solidFill>
                <a:latin typeface="DejaVu Sans"/>
                <a:ea typeface="DejaVu Sans"/>
                <a:cs typeface="DejaVu Sans"/>
              </a:rPr>
              <a:t>Member 2: </a:t>
            </a:r>
            <a:r>
              <a:rPr lang="en-GB" sz="1550">
                <a:solidFill>
                  <a:srgbClr val="162B3A"/>
                </a:solidFill>
                <a:latin typeface="DejaVu Sans"/>
                <a:ea typeface="DejaVu Sans"/>
                <a:cs typeface="DejaVu Sans"/>
              </a:rPr>
              <a:t>Jaco</a:t>
            </a:r>
            <a:r>
              <a:rPr lang="en-GB" sz="1550" b="0">
                <a:solidFill>
                  <a:srgbClr val="162B3A"/>
                </a:solidFill>
                <a:latin typeface="DejaVu Sans"/>
                <a:ea typeface="DejaVu Sans"/>
                <a:cs typeface="DejaVu Sans"/>
              </a:rPr>
              <a:t>   Strength: </a:t>
            </a:r>
            <a:r>
              <a:rPr lang="en-GB" sz="1550">
                <a:solidFill>
                  <a:srgbClr val="162B3A"/>
                </a:solidFill>
                <a:latin typeface="DejaVu Sans"/>
                <a:ea typeface="DejaVu Sans"/>
                <a:cs typeface="DejaVu Sans"/>
              </a:rPr>
              <a:t>Teamwork / Communication</a:t>
            </a:r>
            <a:r>
              <a:rPr lang="en-GB" sz="1550" b="0">
                <a:solidFill>
                  <a:srgbClr val="162B3A"/>
                </a:solidFill>
                <a:latin typeface="DejaVu Sans"/>
                <a:ea typeface="DejaVu Sans"/>
                <a:cs typeface="DejaVu Sans"/>
              </a:rPr>
              <a:t>  To improve: </a:t>
            </a:r>
            <a:r>
              <a:rPr lang="en-GB" sz="1550">
                <a:solidFill>
                  <a:srgbClr val="162B3A"/>
                </a:solidFill>
                <a:latin typeface="DejaVu Sans"/>
                <a:ea typeface="DejaVu Sans"/>
                <a:cs typeface="DejaVu Sans"/>
              </a:rPr>
              <a:t>Programming Languages</a:t>
            </a:r>
            <a:endParaRPr lang="en-GB" sz="1550" b="0">
              <a:solidFill>
                <a:srgbClr val="162B3A"/>
              </a:solidFill>
              <a:latin typeface="DejaVu Sans"/>
              <a:ea typeface="DejaVu Sans"/>
              <a:cs typeface="DejaVu Sans"/>
            </a:endParaRPr>
          </a:p>
          <a:p>
            <a:pPr>
              <a:defRPr sz="1575" b="0">
                <a:solidFill>
                  <a:srgbClr val="162B3A"/>
                </a:solidFill>
                <a:latin typeface="DejaVu Sans"/>
                <a:ea typeface="DejaVu Sans"/>
                <a:cs typeface="DejaVu Sans"/>
              </a:defRPr>
            </a:pPr>
            <a:r>
              <a:rPr lang="en-GB" sz="1550" b="0">
                <a:solidFill>
                  <a:srgbClr val="162B3A"/>
                </a:solidFill>
                <a:latin typeface="DejaVu Sans"/>
                <a:ea typeface="DejaVu Sans"/>
                <a:cs typeface="DejaVu Sans"/>
              </a:rPr>
              <a:t>Member </a:t>
            </a:r>
            <a:r>
              <a:rPr lang="en-GB" sz="1550">
                <a:solidFill>
                  <a:srgbClr val="162B3A"/>
                </a:solidFill>
                <a:latin typeface="DejaVu Sans"/>
                <a:ea typeface="DejaVu Sans"/>
                <a:cs typeface="DejaVu Sans"/>
              </a:rPr>
              <a:t>3</a:t>
            </a:r>
            <a:r>
              <a:rPr lang="en-GB" sz="1550" b="0">
                <a:solidFill>
                  <a:srgbClr val="162B3A"/>
                </a:solidFill>
                <a:latin typeface="DejaVu Sans"/>
                <a:ea typeface="DejaVu Sans"/>
                <a:cs typeface="DejaVu Sans"/>
              </a:rPr>
              <a:t>: </a:t>
            </a:r>
            <a:r>
              <a:rPr lang="en-GB" sz="1550">
                <a:solidFill>
                  <a:srgbClr val="162B3A"/>
                </a:solidFill>
                <a:latin typeface="DejaVu Sans"/>
                <a:ea typeface="DejaVu Sans"/>
                <a:cs typeface="DejaVu Sans"/>
              </a:rPr>
              <a:t>Muhamed</a:t>
            </a:r>
            <a:r>
              <a:rPr lang="en-GB" sz="1550" b="0">
                <a:solidFill>
                  <a:srgbClr val="162B3A"/>
                </a:solidFill>
                <a:latin typeface="DejaVu Sans"/>
                <a:ea typeface="DejaVu Sans"/>
                <a:cs typeface="DejaVu Sans"/>
              </a:rPr>
              <a:t>   Strength: </a:t>
            </a:r>
            <a:r>
              <a:rPr lang="en-GB" sz="1550">
                <a:solidFill>
                  <a:srgbClr val="162B3A"/>
                </a:solidFill>
                <a:latin typeface="DejaVu Sans"/>
                <a:ea typeface="DejaVu Sans"/>
                <a:cs typeface="DejaVu Sans"/>
              </a:rPr>
              <a:t>Working under pressure</a:t>
            </a:r>
            <a:r>
              <a:rPr lang="en-GB" sz="1550" b="0">
                <a:solidFill>
                  <a:srgbClr val="162B3A"/>
                </a:solidFill>
                <a:latin typeface="DejaVu Sans"/>
                <a:ea typeface="DejaVu Sans"/>
                <a:cs typeface="DejaVu Sans"/>
              </a:rPr>
              <a:t>   To improve: </a:t>
            </a:r>
            <a:r>
              <a:rPr lang="en-GB" sz="1550">
                <a:solidFill>
                  <a:srgbClr val="162B3A"/>
                </a:solidFill>
                <a:latin typeface="DejaVu Sans"/>
                <a:ea typeface="DejaVu Sans"/>
                <a:cs typeface="DejaVu Sans"/>
              </a:rPr>
              <a:t>P</a:t>
            </a:r>
            <a:r>
              <a:rPr lang="en-GB" sz="1550" b="0">
                <a:solidFill>
                  <a:srgbClr val="162B3A"/>
                </a:solidFill>
                <a:latin typeface="DejaVu Sans"/>
                <a:ea typeface="DejaVu Sans"/>
                <a:cs typeface="DejaVu Sans"/>
              </a:rPr>
              <a:t>rogramming Languages</a:t>
            </a:r>
          </a:p>
          <a:p>
            <a:pPr>
              <a:defRPr sz="1575" b="0">
                <a:solidFill>
                  <a:srgbClr val="162B3A"/>
                </a:solidFill>
                <a:latin typeface="DejaVu Sans"/>
                <a:ea typeface="DejaVu Sans"/>
                <a:cs typeface="DejaVu Sans"/>
              </a:defRPr>
            </a:pPr>
            <a:r>
              <a:rPr lang="en-GB" sz="1550" b="0">
                <a:solidFill>
                  <a:srgbClr val="162B3A"/>
                </a:solidFill>
                <a:latin typeface="DejaVu Sans"/>
                <a:ea typeface="DejaVu Sans"/>
                <a:cs typeface="DejaVu Sans"/>
              </a:rPr>
              <a:t>Member 4</a:t>
            </a:r>
            <a:r>
              <a:rPr lang="en-GB" sz="1550">
                <a:solidFill>
                  <a:srgbClr val="162B3A"/>
                </a:solidFill>
                <a:latin typeface="DejaVu Sans"/>
                <a:ea typeface="DejaVu Sans"/>
                <a:cs typeface="DejaVu Sans"/>
              </a:rPr>
              <a:t>:</a:t>
            </a:r>
            <a:r>
              <a:rPr lang="en-GB" sz="1550" b="0">
                <a:solidFill>
                  <a:srgbClr val="162B3A"/>
                </a:solidFill>
                <a:latin typeface="DejaVu Sans"/>
                <a:ea typeface="DejaVu Sans"/>
                <a:cs typeface="DejaVu Sans"/>
              </a:rPr>
              <a:t> </a:t>
            </a:r>
            <a:r>
              <a:rPr lang="en-GB" sz="1550">
                <a:solidFill>
                  <a:srgbClr val="162B3A"/>
                </a:solidFill>
                <a:latin typeface="DejaVu Sans"/>
                <a:ea typeface="DejaVu Sans"/>
                <a:cs typeface="DejaVu Sans"/>
              </a:rPr>
              <a:t>Niall</a:t>
            </a:r>
            <a:r>
              <a:rPr lang="en-GB" sz="1550" b="0">
                <a:solidFill>
                  <a:srgbClr val="162B3A"/>
                </a:solidFill>
                <a:latin typeface="DejaVu Sans"/>
                <a:ea typeface="DejaVu Sans"/>
                <a:cs typeface="DejaVu Sans"/>
              </a:rPr>
              <a:t>  </a:t>
            </a:r>
            <a:r>
              <a:rPr lang="en-GB" sz="1550">
                <a:solidFill>
                  <a:srgbClr val="162B3A"/>
                </a:solidFill>
                <a:latin typeface="DejaVu Sans"/>
                <a:ea typeface="DejaVu Sans"/>
                <a:cs typeface="DejaVu Sans"/>
              </a:rPr>
              <a:t> </a:t>
            </a:r>
            <a:r>
              <a:rPr lang="en-GB" sz="1550" b="0">
                <a:solidFill>
                  <a:srgbClr val="162B3A"/>
                </a:solidFill>
                <a:latin typeface="DejaVu Sans"/>
                <a:ea typeface="DejaVu Sans"/>
                <a:cs typeface="DejaVu Sans"/>
              </a:rPr>
              <a:t>Strength: </a:t>
            </a:r>
            <a:r>
              <a:rPr lang="en-GB" sz="1550">
                <a:solidFill>
                  <a:srgbClr val="162B3A"/>
                </a:solidFill>
                <a:latin typeface="DejaVu Sans"/>
                <a:ea typeface="DejaVu Sans"/>
                <a:cs typeface="DejaVu Sans"/>
              </a:rPr>
              <a:t>python  </a:t>
            </a:r>
            <a:r>
              <a:rPr lang="en-GB" sz="1550" b="0">
                <a:solidFill>
                  <a:srgbClr val="162B3A"/>
                </a:solidFill>
                <a:latin typeface="DejaVu Sans"/>
                <a:ea typeface="DejaVu Sans"/>
                <a:cs typeface="DejaVu Sans"/>
              </a:rPr>
              <a:t>  To improve: </a:t>
            </a:r>
            <a:r>
              <a:rPr lang="en-GB" sz="1550">
                <a:solidFill>
                  <a:srgbClr val="162B3A"/>
                </a:solidFill>
                <a:latin typeface="DejaVu Sans"/>
                <a:ea typeface="DejaVu Sans"/>
                <a:cs typeface="DejaVu Sans"/>
              </a:rPr>
              <a:t> databases</a:t>
            </a:r>
            <a:endParaRPr lang="en-GB" sz="1550" b="0">
              <a:solidFill>
                <a:srgbClr val="162B3A"/>
              </a:solidFill>
              <a:latin typeface="DejaVu Sans"/>
              <a:ea typeface="DejaVu Sans"/>
              <a:cs typeface="DejaVu Sans"/>
            </a:endParaRPr>
          </a:p>
          <a:p>
            <a:pPr>
              <a:defRPr sz="1575" b="0">
                <a:solidFill>
                  <a:srgbClr val="162B3A"/>
                </a:solidFill>
                <a:latin typeface="DejaVu Sans"/>
                <a:ea typeface="DejaVu Sans"/>
                <a:cs typeface="DejaVu Sans"/>
              </a:defRPr>
            </a:pPr>
            <a:endParaRPr lang="en-GB" sz="1550">
              <a:solidFill>
                <a:srgbClr val="162B3A"/>
              </a:solidFill>
              <a:latin typeface="DejaVu Sans"/>
              <a:ea typeface="DejaVu Sans"/>
              <a:cs typeface="DejaVu Sans"/>
            </a:endParaRPr>
          </a:p>
        </p:txBody>
      </p:sp>
      <p:sp>
        <p:nvSpPr>
          <p:cNvPr id="11" name="TextBox 10">
            <a:extLst>
              <a:ext uri="{FF2B5EF4-FFF2-40B4-BE49-F238E27FC236}">
                <a16:creationId xmlns:a16="http://schemas.microsoft.com/office/drawing/2014/main" id="{B14D7C57-4839-03E2-2AD2-5B03B521450C}"/>
              </a:ext>
            </a:extLst>
          </p:cNvPr>
          <p:cNvSpPr txBox="1"/>
          <p:nvPr/>
        </p:nvSpPr>
        <p:spPr>
          <a:xfrm>
            <a:off x="690832" y="3281082"/>
            <a:ext cx="7884965" cy="569387"/>
          </a:xfrm>
          <a:prstGeom prst="rect">
            <a:avLst/>
          </a:prstGeom>
          <a:noFill/>
        </p:spPr>
        <p:txBody>
          <a:bodyPr wrap="square" lIns="91440" tIns="45720" rIns="91440" bIns="45720" rtlCol="0">
            <a:spAutoFit/>
          </a:bodyPr>
          <a:lstStyle/>
          <a:p>
            <a:pPr>
              <a:defRPr sz="1575" b="0">
                <a:solidFill>
                  <a:srgbClr val="162B3A"/>
                </a:solidFill>
                <a:latin typeface="DejaVu Sans"/>
                <a:ea typeface="DejaVu Sans"/>
                <a:cs typeface="DejaVu Sans"/>
              </a:defRPr>
            </a:pPr>
            <a:r>
              <a:rPr lang="en-GB" sz="1550">
                <a:solidFill>
                  <a:srgbClr val="162B3A"/>
                </a:solidFill>
                <a:latin typeface="DejaVu Sans"/>
                <a:ea typeface="DejaVu Sans"/>
                <a:cs typeface="DejaVu Sans"/>
              </a:rPr>
              <a:t>Member 5: Maria   Strength: Databases To improve: Programming</a:t>
            </a:r>
          </a:p>
          <a:p>
            <a:pPr>
              <a:defRPr sz="1575" b="0">
                <a:solidFill>
                  <a:srgbClr val="162B3A"/>
                </a:solidFill>
                <a:latin typeface="DejaVu Sans"/>
                <a:ea typeface="DejaVu Sans"/>
                <a:cs typeface="DejaVu Sans"/>
              </a:defRPr>
            </a:pPr>
            <a:r>
              <a:rPr lang="en-GB" sz="1550">
                <a:solidFill>
                  <a:srgbClr val="162B3A"/>
                </a:solidFill>
                <a:latin typeface="DejaVu Sans"/>
                <a:ea typeface="DejaVu Sans"/>
                <a:cs typeface="DejaVu Sans"/>
              </a:rPr>
              <a:t>Member 6: </a:t>
            </a:r>
            <a:r>
              <a:rPr lang="en-GB" sz="1550" err="1">
                <a:solidFill>
                  <a:srgbClr val="162B3A"/>
                </a:solidFill>
                <a:latin typeface="DejaVu Sans"/>
                <a:ea typeface="DejaVu Sans"/>
                <a:cs typeface="DejaVu Sans"/>
              </a:rPr>
              <a:t>Apinaiya</a:t>
            </a:r>
            <a:r>
              <a:rPr lang="en-GB" sz="1550">
                <a:solidFill>
                  <a:srgbClr val="162B3A"/>
                </a:solidFill>
                <a:latin typeface="DejaVu Sans"/>
                <a:ea typeface="DejaVu Sans"/>
                <a:cs typeface="DejaVu Sans"/>
              </a:rPr>
              <a:t>   Strength: Databases  To improve: Programming  </a:t>
            </a:r>
          </a:p>
        </p:txBody>
      </p:sp>
    </p:spTree>
    <p:extLst>
      <p:ext uri="{BB962C8B-B14F-4D97-AF65-F5344CB8AC3E}">
        <p14:creationId xmlns:p14="http://schemas.microsoft.com/office/powerpoint/2010/main" val="2038414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0B6BA9A-D7A0-4113-B29A-566F8365F9D0}"/>
              </a:ext>
            </a:extLst>
          </p:cNvPr>
          <p:cNvSpPr>
            <a:spLocks noGrp="1"/>
          </p:cNvSpPr>
          <p:nvPr/>
        </p:nvSpPr>
        <p:spPr>
          <a:xfrm>
            <a:off x="619125" y="457200"/>
            <a:ext cx="10858500" cy="666750"/>
          </a:xfrm>
          <a:prstGeom prst="rect">
            <a:avLst/>
          </a:prstGeom>
          <a:noFill/>
          <a:ln w="0">
            <a:noFill/>
          </a:ln>
        </p:spPr>
        <p:txBody>
          <a:bodyPr>
            <a:noAutofit/>
          </a:bodyPr>
          <a:lstStyle/>
          <a:p>
            <a:pPr>
              <a:defRPr sz="2850" b="1">
                <a:solidFill>
                  <a:srgbClr val="162B3A"/>
                </a:solidFill>
                <a:latin typeface="DejaVu Sans"/>
                <a:ea typeface="DejaVu Sans"/>
                <a:cs typeface="DejaVu Sans"/>
              </a:defRPr>
            </a:pPr>
            <a:r>
              <a:rPr sz="2850" b="1">
                <a:solidFill>
                  <a:srgbClr val="162B3A"/>
                </a:solidFill>
                <a:latin typeface="DejaVu Sans"/>
                <a:ea typeface="DejaVu Sans"/>
                <a:cs typeface="DejaVu Sans"/>
              </a:rPr>
              <a:t>How we will work together</a:t>
            </a:r>
          </a:p>
        </p:txBody>
      </p:sp>
      <p:sp>
        <p:nvSpPr>
          <p:cNvPr id="2" name="Rectangle 1">
            <a:extLst>
              <a:ext uri="{FF2B5EF4-FFF2-40B4-BE49-F238E27FC236}">
                <a16:creationId xmlns:a16="http://schemas.microsoft.com/office/drawing/2014/main" id="{972DA49B-1719-4969-9933-C70953E8EBE1}"/>
              </a:ext>
            </a:extLst>
          </p:cNvPr>
          <p:cNvSpPr>
            <a:spLocks noGrp="1"/>
          </p:cNvSpPr>
          <p:nvPr/>
        </p:nvSpPr>
        <p:spPr>
          <a:xfrm>
            <a:off x="638175" y="1181100"/>
            <a:ext cx="10668000" cy="457200"/>
          </a:xfrm>
          <a:prstGeom prst="rect">
            <a:avLst/>
          </a:prstGeom>
          <a:noFill/>
          <a:ln w="0">
            <a:noFill/>
          </a:ln>
        </p:spPr>
        <p:txBody>
          <a:bodyPr>
            <a:noAutofit/>
          </a:bodyPr>
          <a:lstStyle/>
          <a:p>
            <a:pPr>
              <a:defRPr sz="1500" b="0">
                <a:solidFill>
                  <a:srgbClr val="4C6472"/>
                </a:solidFill>
                <a:latin typeface="DejaVu Sans"/>
                <a:ea typeface="DejaVu Sans"/>
                <a:cs typeface="DejaVu Sans"/>
              </a:defRPr>
            </a:pPr>
            <a:r>
              <a:rPr sz="1500" b="0">
                <a:solidFill>
                  <a:srgbClr val="4C6472"/>
                </a:solidFill>
                <a:latin typeface="DejaVu Sans"/>
                <a:ea typeface="DejaVu Sans"/>
                <a:cs typeface="DejaVu Sans"/>
              </a:rPr>
              <a:t>One shared routine for decisions, tasks and disagreements</a:t>
            </a:r>
          </a:p>
        </p:txBody>
      </p:sp>
      <p:sp>
        <p:nvSpPr>
          <p:cNvPr id="3" name="Rectangle 2">
            <a:extLst>
              <a:ext uri="{FF2B5EF4-FFF2-40B4-BE49-F238E27FC236}">
                <a16:creationId xmlns:a16="http://schemas.microsoft.com/office/drawing/2014/main" id="{A862BC58-D0CD-41A5-9DCE-40A5627A55C5}"/>
              </a:ext>
            </a:extLst>
          </p:cNvPr>
          <p:cNvSpPr>
            <a:spLocks noGrp="1"/>
          </p:cNvSpPr>
          <p:nvPr/>
        </p:nvSpPr>
        <p:spPr>
          <a:xfrm>
            <a:off x="647700" y="6391275"/>
            <a:ext cx="10668000" cy="266700"/>
          </a:xfrm>
          <a:prstGeom prst="rect">
            <a:avLst/>
          </a:prstGeom>
          <a:noFill/>
          <a:ln w="0">
            <a:noFill/>
          </a:ln>
        </p:spPr>
        <p:txBody>
          <a:bodyPr>
            <a:noAutofit/>
          </a:bodyPr>
          <a:lstStyle/>
          <a:p>
            <a:pPr>
              <a:defRPr sz="1050" b="0">
                <a:solidFill>
                  <a:srgbClr val="4C6472"/>
                </a:solidFill>
                <a:latin typeface="DejaVu Sans"/>
                <a:ea typeface="DejaVu Sans"/>
                <a:cs typeface="DejaVu Sans"/>
              </a:defRPr>
            </a:pPr>
            <a:r>
              <a:rPr sz="1050" b="0">
                <a:solidFill>
                  <a:srgbClr val="4C6472"/>
                </a:solidFill>
                <a:latin typeface="DejaVu Sans"/>
                <a:ea typeface="DejaVu Sans"/>
                <a:cs typeface="DejaVu Sans"/>
              </a:rPr>
              <a:t>SETaP 26/27  •  Project 9                                      5 / 5</a:t>
            </a:r>
          </a:p>
        </p:txBody>
      </p:sp>
      <p:sp>
        <p:nvSpPr>
          <p:cNvPr id="4" name="Rectangle 3">
            <a:extLst>
              <a:ext uri="{FF2B5EF4-FFF2-40B4-BE49-F238E27FC236}">
                <a16:creationId xmlns:a16="http://schemas.microsoft.com/office/drawing/2014/main" id="{A2D03B34-1434-400E-9C83-55D2D93E65D9}"/>
              </a:ext>
            </a:extLst>
          </p:cNvPr>
          <p:cNvSpPr>
            <a:spLocks noGrp="1"/>
          </p:cNvSpPr>
          <p:nvPr/>
        </p:nvSpPr>
        <p:spPr>
          <a:xfrm>
            <a:off x="647700" y="1952625"/>
            <a:ext cx="5048250"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Communication</a:t>
            </a:r>
          </a:p>
        </p:txBody>
      </p:sp>
      <p:sp>
        <p:nvSpPr>
          <p:cNvPr id="5" name="Rectangle 4">
            <a:extLst>
              <a:ext uri="{FF2B5EF4-FFF2-40B4-BE49-F238E27FC236}">
                <a16:creationId xmlns:a16="http://schemas.microsoft.com/office/drawing/2014/main" id="{65BFE66D-0D60-4F90-84A6-7C0836EB04F6}"/>
              </a:ext>
            </a:extLst>
          </p:cNvPr>
          <p:cNvSpPr>
            <a:spLocks noGrp="1"/>
          </p:cNvSpPr>
          <p:nvPr/>
        </p:nvSpPr>
        <p:spPr>
          <a:xfrm>
            <a:off x="647700" y="2362200"/>
            <a:ext cx="5048250" cy="101917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lang="en-GB" sz="1575">
                <a:solidFill>
                  <a:srgbClr val="162B3A"/>
                </a:solidFill>
                <a:latin typeface="DejaVu Sans"/>
                <a:ea typeface="DejaVu Sans"/>
                <a:cs typeface="DejaVu Sans"/>
              </a:rPr>
              <a:t>Using our own</a:t>
            </a:r>
            <a:r>
              <a:rPr sz="1575" b="0">
                <a:solidFill>
                  <a:srgbClr val="162B3A"/>
                </a:solidFill>
                <a:latin typeface="DejaVu Sans"/>
                <a:ea typeface="DejaVu Sans"/>
                <a:cs typeface="DejaVu Sans"/>
              </a:rPr>
              <a:t> </a:t>
            </a:r>
            <a:r>
              <a:rPr lang="en-GB" sz="1575" b="0">
                <a:solidFill>
                  <a:srgbClr val="162B3A"/>
                </a:solidFill>
                <a:latin typeface="DejaVu Sans"/>
                <a:ea typeface="DejaVu Sans"/>
                <a:cs typeface="DejaVu Sans"/>
              </a:rPr>
              <a:t>discord server to communicate and share files. WhatsApp Group is available for quick updates. </a:t>
            </a:r>
            <a:endParaRPr sz="1575" b="0">
              <a:solidFill>
                <a:srgbClr val="162B3A"/>
              </a:solidFill>
              <a:latin typeface="DejaVu Sans"/>
              <a:ea typeface="DejaVu Sans"/>
              <a:cs typeface="DejaVu Sans"/>
            </a:endParaRPr>
          </a:p>
        </p:txBody>
      </p:sp>
      <p:sp>
        <p:nvSpPr>
          <p:cNvPr id="6" name="Rectangle 5">
            <a:extLst>
              <a:ext uri="{FF2B5EF4-FFF2-40B4-BE49-F238E27FC236}">
                <a16:creationId xmlns:a16="http://schemas.microsoft.com/office/drawing/2014/main" id="{4A41C388-8593-4256-85EE-8236A8B3B247}"/>
              </a:ext>
            </a:extLst>
          </p:cNvPr>
          <p:cNvSpPr>
            <a:spLocks noGrp="1"/>
          </p:cNvSpPr>
          <p:nvPr/>
        </p:nvSpPr>
        <p:spPr>
          <a:xfrm>
            <a:off x="6286500" y="1952625"/>
            <a:ext cx="5095875"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Meetings</a:t>
            </a:r>
          </a:p>
        </p:txBody>
      </p:sp>
      <p:sp>
        <p:nvSpPr>
          <p:cNvPr id="7" name="Rectangle 6">
            <a:extLst>
              <a:ext uri="{FF2B5EF4-FFF2-40B4-BE49-F238E27FC236}">
                <a16:creationId xmlns:a16="http://schemas.microsoft.com/office/drawing/2014/main" id="{A4999E91-FD4F-4F2A-A3B4-933857C2CEEA}"/>
              </a:ext>
            </a:extLst>
          </p:cNvPr>
          <p:cNvSpPr>
            <a:spLocks noGrp="1"/>
          </p:cNvSpPr>
          <p:nvPr/>
        </p:nvSpPr>
        <p:spPr>
          <a:xfrm>
            <a:off x="6286500" y="2362200"/>
            <a:ext cx="5095875" cy="1257300"/>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lang="en-GB" sz="1575">
                <a:solidFill>
                  <a:srgbClr val="162B3A"/>
                </a:solidFill>
                <a:latin typeface="DejaVu Sans"/>
                <a:ea typeface="DejaVu Sans"/>
                <a:cs typeface="DejaVu Sans"/>
              </a:rPr>
              <a:t>Check each member’s weekly timetable and arrange to </a:t>
            </a:r>
            <a:r>
              <a:rPr sz="1575" b="0">
                <a:solidFill>
                  <a:srgbClr val="162B3A"/>
                </a:solidFill>
                <a:latin typeface="DejaVu Sans"/>
                <a:ea typeface="DejaVu Sans"/>
                <a:cs typeface="DejaVu Sans"/>
              </a:rPr>
              <a:t>meet weekly on campus or online</a:t>
            </a:r>
            <a:r>
              <a:rPr lang="en-US" sz="1575" b="0">
                <a:solidFill>
                  <a:srgbClr val="162B3A"/>
                </a:solidFill>
                <a:latin typeface="DejaVu Sans"/>
                <a:ea typeface="DejaVu Sans"/>
                <a:cs typeface="DejaVu Sans"/>
              </a:rPr>
              <a:t>. </a:t>
            </a:r>
            <a:r>
              <a:rPr lang="en-US" sz="1575">
                <a:solidFill>
                  <a:srgbClr val="162B3A"/>
                </a:solidFill>
                <a:latin typeface="DejaVu Sans"/>
                <a:ea typeface="DejaVu Sans"/>
                <a:cs typeface="DejaVu Sans"/>
              </a:rPr>
              <a:t> </a:t>
            </a:r>
            <a:endParaRPr sz="1575" b="0">
              <a:solidFill>
                <a:srgbClr val="162B3A"/>
              </a:solidFill>
              <a:latin typeface="DejaVu Sans"/>
              <a:ea typeface="DejaVu Sans"/>
              <a:cs typeface="DejaVu Sans"/>
            </a:endParaRPr>
          </a:p>
        </p:txBody>
      </p:sp>
      <p:sp>
        <p:nvSpPr>
          <p:cNvPr id="8" name="Rectangle 7">
            <a:extLst>
              <a:ext uri="{FF2B5EF4-FFF2-40B4-BE49-F238E27FC236}">
                <a16:creationId xmlns:a16="http://schemas.microsoft.com/office/drawing/2014/main" id="{3106C6FC-55E1-4D4E-9C7E-3B8297461C62}"/>
              </a:ext>
            </a:extLst>
          </p:cNvPr>
          <p:cNvSpPr>
            <a:spLocks noGrp="1"/>
          </p:cNvSpPr>
          <p:nvPr/>
        </p:nvSpPr>
        <p:spPr>
          <a:xfrm>
            <a:off x="647700" y="3981450"/>
            <a:ext cx="5048250"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Task tracking</a:t>
            </a:r>
          </a:p>
        </p:txBody>
      </p:sp>
      <p:sp>
        <p:nvSpPr>
          <p:cNvPr id="9" name="Rectangle 8">
            <a:extLst>
              <a:ext uri="{FF2B5EF4-FFF2-40B4-BE49-F238E27FC236}">
                <a16:creationId xmlns:a16="http://schemas.microsoft.com/office/drawing/2014/main" id="{A62D37DF-9805-477B-8823-68A1C12B6516}"/>
              </a:ext>
            </a:extLst>
          </p:cNvPr>
          <p:cNvSpPr>
            <a:spLocks noGrp="1"/>
          </p:cNvSpPr>
          <p:nvPr/>
        </p:nvSpPr>
        <p:spPr>
          <a:xfrm>
            <a:off x="647700" y="4391025"/>
            <a:ext cx="5048250" cy="126682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After each meeting, assign an owner and due date to every </a:t>
            </a:r>
            <a:r>
              <a:rPr lang="en-GB" sz="1575">
                <a:solidFill>
                  <a:srgbClr val="162B3A"/>
                </a:solidFill>
                <a:latin typeface="DejaVu Sans"/>
                <a:ea typeface="DejaVu Sans"/>
                <a:cs typeface="DejaVu Sans"/>
              </a:rPr>
              <a:t>tasks</a:t>
            </a:r>
            <a:r>
              <a:rPr sz="1575" b="0">
                <a:solidFill>
                  <a:srgbClr val="162B3A"/>
                </a:solidFill>
                <a:latin typeface="DejaVu Sans"/>
                <a:ea typeface="DejaVu Sans"/>
                <a:cs typeface="DejaVu Sans"/>
              </a:rPr>
              <a:t>. Review progress at the next meeting and use Git branches and peer review for code.</a:t>
            </a:r>
          </a:p>
        </p:txBody>
      </p:sp>
      <p:sp>
        <p:nvSpPr>
          <p:cNvPr id="10" name="Rectangle 9">
            <a:extLst>
              <a:ext uri="{FF2B5EF4-FFF2-40B4-BE49-F238E27FC236}">
                <a16:creationId xmlns:a16="http://schemas.microsoft.com/office/drawing/2014/main" id="{0DD9E5D3-FAC5-41F2-AD9F-B956B7E83D25}"/>
              </a:ext>
            </a:extLst>
          </p:cNvPr>
          <p:cNvSpPr>
            <a:spLocks noGrp="1"/>
          </p:cNvSpPr>
          <p:nvPr/>
        </p:nvSpPr>
        <p:spPr>
          <a:xfrm>
            <a:off x="6286500" y="3981450"/>
            <a:ext cx="5095875" cy="361950"/>
          </a:xfrm>
          <a:prstGeom prst="rect">
            <a:avLst/>
          </a:prstGeom>
          <a:noFill/>
          <a:ln w="0">
            <a:noFill/>
          </a:ln>
        </p:spPr>
        <p:txBody>
          <a:bodyPr>
            <a:noAutofit/>
          </a:bodyPr>
          <a:lstStyle/>
          <a:p>
            <a:pPr>
              <a:defRPr sz="1650" b="1">
                <a:solidFill>
                  <a:srgbClr val="1A7191"/>
                </a:solidFill>
                <a:latin typeface="DejaVu Sans"/>
                <a:ea typeface="DejaVu Sans"/>
                <a:cs typeface="DejaVu Sans"/>
              </a:defRPr>
            </a:pPr>
            <a:r>
              <a:rPr sz="1650" b="1">
                <a:solidFill>
                  <a:srgbClr val="1A7191"/>
                </a:solidFill>
                <a:latin typeface="DejaVu Sans"/>
                <a:ea typeface="DejaVu Sans"/>
                <a:cs typeface="DejaVu Sans"/>
              </a:rPr>
              <a:t>Conflict plan</a:t>
            </a:r>
          </a:p>
        </p:txBody>
      </p:sp>
      <p:sp>
        <p:nvSpPr>
          <p:cNvPr id="11" name="Rectangle 10">
            <a:extLst>
              <a:ext uri="{FF2B5EF4-FFF2-40B4-BE49-F238E27FC236}">
                <a16:creationId xmlns:a16="http://schemas.microsoft.com/office/drawing/2014/main" id="{6A4CA509-4C40-4B8C-8410-2A3850517742}"/>
              </a:ext>
            </a:extLst>
          </p:cNvPr>
          <p:cNvSpPr>
            <a:spLocks noGrp="1"/>
          </p:cNvSpPr>
          <p:nvPr/>
        </p:nvSpPr>
        <p:spPr>
          <a:xfrm>
            <a:off x="6286500" y="4391025"/>
            <a:ext cx="5095875" cy="1266825"/>
          </a:xfrm>
          <a:prstGeom prst="rect">
            <a:avLst/>
          </a:prstGeom>
          <a:noFill/>
          <a:ln w="0">
            <a:noFill/>
          </a:ln>
        </p:spPr>
        <p:txBody>
          <a:bodyPr>
            <a:noAutofit/>
          </a:bodyPr>
          <a:lstStyle/>
          <a:p>
            <a:pPr>
              <a:defRPr sz="1575" b="0">
                <a:solidFill>
                  <a:srgbClr val="162B3A"/>
                </a:solidFill>
                <a:latin typeface="DejaVu Sans"/>
                <a:ea typeface="DejaVu Sans"/>
                <a:cs typeface="DejaVu Sans"/>
              </a:defRPr>
            </a:pPr>
            <a:r>
              <a:rPr sz="1575" b="0">
                <a:solidFill>
                  <a:srgbClr val="162B3A"/>
                </a:solidFill>
                <a:latin typeface="DejaVu Sans"/>
                <a:ea typeface="DejaVu Sans"/>
                <a:cs typeface="DejaVu Sans"/>
              </a:rPr>
              <a:t>Discuss the issue with evidence in a meeting, document the decision, and seek tutor guidance if the team cannot agree. </a:t>
            </a:r>
          </a:p>
        </p:txBody>
      </p:sp>
    </p:spTree>
    <p:extLst>
      <p:ext uri="{BB962C8B-B14F-4D97-AF65-F5344CB8AC3E}">
        <p14:creationId xmlns:p14="http://schemas.microsoft.com/office/powerpoint/2010/main" val="7161207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Slides>
  <Notes>5</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cp:revision>
  <dcterms:created xsi:type="dcterms:W3CDTF">2026-09-29T08:35:35Z</dcterms:created>
  <dcterms:modified xsi:type="dcterms:W3CDTF">2026-10-02T10:41:47Z</dcterms:modified>
</cp:coreProperties>
</file>